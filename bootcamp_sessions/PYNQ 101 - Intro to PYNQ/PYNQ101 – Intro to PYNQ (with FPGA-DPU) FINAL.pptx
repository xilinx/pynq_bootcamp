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22"/>
    <p:sldMasterId id="2147485320" r:id="rId23"/>
  </p:sldMasterIdLst>
  <p:notesMasterIdLst>
    <p:notesMasterId r:id="rId38"/>
  </p:notesMasterIdLst>
  <p:handoutMasterIdLst>
    <p:handoutMasterId r:id="rId39"/>
  </p:handoutMasterIdLst>
  <p:sldIdLst>
    <p:sldId id="284" r:id="rId24"/>
    <p:sldId id="285" r:id="rId25"/>
    <p:sldId id="258" r:id="rId26"/>
    <p:sldId id="259" r:id="rId27"/>
    <p:sldId id="260" r:id="rId28"/>
    <p:sldId id="289" r:id="rId29"/>
    <p:sldId id="290" r:id="rId30"/>
    <p:sldId id="291" r:id="rId31"/>
    <p:sldId id="292" r:id="rId32"/>
    <p:sldId id="293" r:id="rId33"/>
    <p:sldId id="294" r:id="rId34"/>
    <p:sldId id="295" r:id="rId35"/>
    <p:sldId id="296" r:id="rId36"/>
    <p:sldId id="297" r:id="rId3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DE"/>
    <a:srgbClr val="8D8C95"/>
    <a:srgbClr val="000000"/>
    <a:srgbClr val="262626"/>
    <a:srgbClr val="131313"/>
    <a:srgbClr val="242428"/>
    <a:srgbClr val="19181C"/>
    <a:srgbClr val="E15310"/>
    <a:srgbClr val="006D85"/>
    <a:srgbClr val="888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7843" autoAdjust="0"/>
  </p:normalViewPr>
  <p:slideViewPr>
    <p:cSldViewPr snapToGrid="0">
      <p:cViewPr varScale="1">
        <p:scale>
          <a:sx n="95" d="100"/>
          <a:sy n="95" d="100"/>
        </p:scale>
        <p:origin x="163" y="77"/>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2"/>
    </p:cViewPr>
  </p:sorterViewPr>
  <p:notesViewPr>
    <p:cSldViewPr snapToGrid="0" showGuides="1">
      <p:cViewPr varScale="1">
        <p:scale>
          <a:sx n="168" d="100"/>
          <a:sy n="168" d="100"/>
        </p:scale>
        <p:origin x="5432"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3.xml"/><Relationship Id="rId39" Type="http://schemas.openxmlformats.org/officeDocument/2006/relationships/handoutMaster" Target="handoutMasters/handoutMaster1.xml"/><Relationship Id="rId21" Type="http://schemas.openxmlformats.org/officeDocument/2006/relationships/customXml" Target="../customXml/item21.xml"/><Relationship Id="rId34" Type="http://schemas.openxmlformats.org/officeDocument/2006/relationships/slide" Target="slides/slide11.xml"/><Relationship Id="rId42"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6.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xml"/><Relationship Id="rId32" Type="http://schemas.openxmlformats.org/officeDocument/2006/relationships/slide" Target="slides/slide9.xml"/><Relationship Id="rId37" Type="http://schemas.openxmlformats.org/officeDocument/2006/relationships/slide" Target="slides/slide14.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Master" Target="slideMasters/slideMaster2.xml"/><Relationship Id="rId28" Type="http://schemas.openxmlformats.org/officeDocument/2006/relationships/slide" Target="slides/slide5.xml"/><Relationship Id="rId36" Type="http://schemas.openxmlformats.org/officeDocument/2006/relationships/slide" Target="slides/slide13.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8.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Master" Target="slideMasters/slideMaster1.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slide" Target="slides/slide12.xml"/><Relationship Id="rId43" Type="http://schemas.openxmlformats.org/officeDocument/2006/relationships/theme" Target="theme/theme1.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cia, Noah" userId="39d60871-d9bd-4780-924d-8d57f234bb0e" providerId="ADAL" clId="{5AC41886-92C7-456D-AC6D-F2CF7292328B}"/>
    <pc:docChg chg="undo custSel addSld delSld modSld modMainMaster">
      <pc:chgData name="Garcia, Noah" userId="39d60871-d9bd-4780-924d-8d57f234bb0e" providerId="ADAL" clId="{5AC41886-92C7-456D-AC6D-F2CF7292328B}" dt="2026-07-22T16:32:55.444" v="1282" actId="166"/>
      <pc:docMkLst>
        <pc:docMk/>
      </pc:docMkLst>
      <pc:sldChg chg="modSp">
        <pc:chgData name="Garcia, Noah" userId="39d60871-d9bd-4780-924d-8d57f234bb0e" providerId="ADAL" clId="{5AC41886-92C7-456D-AC6D-F2CF7292328B}" dt="2026-07-16T21:14:18.086" v="1274"/>
        <pc:sldMkLst>
          <pc:docMk/>
          <pc:sldMk cId="739593427" sldId="258"/>
        </pc:sldMkLst>
        <pc:spChg chg="mod">
          <ac:chgData name="Garcia, Noah" userId="39d60871-d9bd-4780-924d-8d57f234bb0e" providerId="ADAL" clId="{5AC41886-92C7-456D-AC6D-F2CF7292328B}" dt="2026-07-16T21:14:18.086" v="1274"/>
          <ac:spMkLst>
            <pc:docMk/>
            <pc:sldMk cId="739593427" sldId="258"/>
            <ac:spMk id="2" creationId="{D80EBE9F-32FA-4153-A54C-2A21168C3C40}"/>
          </ac:spMkLst>
        </pc:spChg>
      </pc:sldChg>
      <pc:sldChg chg="modSp">
        <pc:chgData name="Garcia, Noah" userId="39d60871-d9bd-4780-924d-8d57f234bb0e" providerId="ADAL" clId="{5AC41886-92C7-456D-AC6D-F2CF7292328B}" dt="2026-07-16T21:14:18.086" v="1274"/>
        <pc:sldMkLst>
          <pc:docMk/>
          <pc:sldMk cId="1865272917" sldId="259"/>
        </pc:sldMkLst>
        <pc:spChg chg="mod">
          <ac:chgData name="Garcia, Noah" userId="39d60871-d9bd-4780-924d-8d57f234bb0e" providerId="ADAL" clId="{5AC41886-92C7-456D-AC6D-F2CF7292328B}" dt="2026-07-16T21:14:18.086" v="1274"/>
          <ac:spMkLst>
            <pc:docMk/>
            <pc:sldMk cId="1865272917" sldId="259"/>
            <ac:spMk id="2" creationId="{4F72EA6F-44E2-4D47-9010-A71AAE959121}"/>
          </ac:spMkLst>
        </pc:spChg>
      </pc:sldChg>
      <pc:sldChg chg="addSp delSp modSp mod modAnim">
        <pc:chgData name="Garcia, Noah" userId="39d60871-d9bd-4780-924d-8d57f234bb0e" providerId="ADAL" clId="{5AC41886-92C7-456D-AC6D-F2CF7292328B}" dt="2026-07-16T21:14:18.086" v="1274"/>
        <pc:sldMkLst>
          <pc:docMk/>
          <pc:sldMk cId="2641800033" sldId="260"/>
        </pc:sldMkLst>
        <pc:spChg chg="mod">
          <ac:chgData name="Garcia, Noah" userId="39d60871-d9bd-4780-924d-8d57f234bb0e" providerId="ADAL" clId="{5AC41886-92C7-456D-AC6D-F2CF7292328B}" dt="2026-07-16T21:14:18.086" v="1274"/>
          <ac:spMkLst>
            <pc:docMk/>
            <pc:sldMk cId="2641800033" sldId="260"/>
            <ac:spMk id="2" creationId="{90F1ED64-C276-41DF-923B-E59A98BA989F}"/>
          </ac:spMkLst>
        </pc:spChg>
        <pc:spChg chg="mod">
          <ac:chgData name="Garcia, Noah" userId="39d60871-d9bd-4780-924d-8d57f234bb0e" providerId="ADAL" clId="{5AC41886-92C7-456D-AC6D-F2CF7292328B}" dt="2026-07-16T20:23:35.498" v="87" actId="20577"/>
          <ac:spMkLst>
            <pc:docMk/>
            <pc:sldMk cId="2641800033" sldId="260"/>
            <ac:spMk id="3" creationId="{70FF97BF-1636-4FA8-8091-EBA6A8BAC223}"/>
          </ac:spMkLst>
        </pc:spChg>
        <pc:spChg chg="mod">
          <ac:chgData name="Garcia, Noah" userId="39d60871-d9bd-4780-924d-8d57f234bb0e" providerId="ADAL" clId="{5AC41886-92C7-456D-AC6D-F2CF7292328B}" dt="2026-07-16T20:28:18.235" v="448" actId="1076"/>
          <ac:spMkLst>
            <pc:docMk/>
            <pc:sldMk cId="2641800033" sldId="260"/>
            <ac:spMk id="5" creationId="{317C8194-8224-E6AF-6211-137B86A8BD06}"/>
          </ac:spMkLst>
        </pc:spChg>
        <pc:spChg chg="add mod">
          <ac:chgData name="Garcia, Noah" userId="39d60871-d9bd-4780-924d-8d57f234bb0e" providerId="ADAL" clId="{5AC41886-92C7-456D-AC6D-F2CF7292328B}" dt="2026-07-16T20:28:18.235" v="448" actId="1076"/>
          <ac:spMkLst>
            <pc:docMk/>
            <pc:sldMk cId="2641800033" sldId="260"/>
            <ac:spMk id="7" creationId="{CA680A3D-42D7-BCD3-7EB6-D1FBA7B7781F}"/>
          </ac:spMkLst>
        </pc:spChg>
        <pc:spChg chg="add mod">
          <ac:chgData name="Garcia, Noah" userId="39d60871-d9bd-4780-924d-8d57f234bb0e" providerId="ADAL" clId="{5AC41886-92C7-456D-AC6D-F2CF7292328B}" dt="2026-07-16T20:24:42.588" v="145" actId="20577"/>
          <ac:spMkLst>
            <pc:docMk/>
            <pc:sldMk cId="2641800033" sldId="260"/>
            <ac:spMk id="11" creationId="{33CBF797-61A5-015F-0B8C-8C06867A7804}"/>
          </ac:spMkLst>
        </pc:spChg>
        <pc:spChg chg="add mod">
          <ac:chgData name="Garcia, Noah" userId="39d60871-d9bd-4780-924d-8d57f234bb0e" providerId="ADAL" clId="{5AC41886-92C7-456D-AC6D-F2CF7292328B}" dt="2026-07-16T20:24:19.731" v="122" actId="1036"/>
          <ac:spMkLst>
            <pc:docMk/>
            <pc:sldMk cId="2641800033" sldId="260"/>
            <ac:spMk id="12" creationId="{D47B7C1B-B311-CDF9-674E-F92C570DE902}"/>
          </ac:spMkLst>
        </pc:spChg>
        <pc:spChg chg="add mod">
          <ac:chgData name="Garcia, Noah" userId="39d60871-d9bd-4780-924d-8d57f234bb0e" providerId="ADAL" clId="{5AC41886-92C7-456D-AC6D-F2CF7292328B}" dt="2026-07-16T20:24:22.128" v="124" actId="1035"/>
          <ac:spMkLst>
            <pc:docMk/>
            <pc:sldMk cId="2641800033" sldId="260"/>
            <ac:spMk id="13" creationId="{04796E91-8B62-44D2-5935-AAC4E0F9436A}"/>
          </ac:spMkLst>
        </pc:spChg>
        <pc:spChg chg="add mod">
          <ac:chgData name="Garcia, Noah" userId="39d60871-d9bd-4780-924d-8d57f234bb0e" providerId="ADAL" clId="{5AC41886-92C7-456D-AC6D-F2CF7292328B}" dt="2026-07-16T20:24:14.664" v="119" actId="20577"/>
          <ac:spMkLst>
            <pc:docMk/>
            <pc:sldMk cId="2641800033" sldId="260"/>
            <ac:spMk id="14" creationId="{6B505688-32C1-985F-3A12-DB194F2CA176}"/>
          </ac:spMkLst>
        </pc:spChg>
        <pc:spChg chg="add mod">
          <ac:chgData name="Garcia, Noah" userId="39d60871-d9bd-4780-924d-8d57f234bb0e" providerId="ADAL" clId="{5AC41886-92C7-456D-AC6D-F2CF7292328B}" dt="2026-07-16T20:24:45.322" v="146" actId="1076"/>
          <ac:spMkLst>
            <pc:docMk/>
            <pc:sldMk cId="2641800033" sldId="260"/>
            <ac:spMk id="16" creationId="{7960A72F-5C93-8A61-49FB-D187D9D7438A}"/>
          </ac:spMkLst>
        </pc:spChg>
        <pc:spChg chg="add mod">
          <ac:chgData name="Garcia, Noah" userId="39d60871-d9bd-4780-924d-8d57f234bb0e" providerId="ADAL" clId="{5AC41886-92C7-456D-AC6D-F2CF7292328B}" dt="2026-07-16T20:24:50.670" v="150" actId="20577"/>
          <ac:spMkLst>
            <pc:docMk/>
            <pc:sldMk cId="2641800033" sldId="260"/>
            <ac:spMk id="17" creationId="{1E5EB391-C9BA-5C5A-CAEC-CF265251104F}"/>
          </ac:spMkLst>
        </pc:spChg>
        <pc:spChg chg="add mod">
          <ac:chgData name="Garcia, Noah" userId="39d60871-d9bd-4780-924d-8d57f234bb0e" providerId="ADAL" clId="{5AC41886-92C7-456D-AC6D-F2CF7292328B}" dt="2026-07-16T20:25:02.276" v="166" actId="1036"/>
          <ac:spMkLst>
            <pc:docMk/>
            <pc:sldMk cId="2641800033" sldId="260"/>
            <ac:spMk id="18" creationId="{27589451-0050-D498-0B83-1CD1EE8BB7D3}"/>
          </ac:spMkLst>
        </pc:spChg>
        <pc:spChg chg="add mod">
          <ac:chgData name="Garcia, Noah" userId="39d60871-d9bd-4780-924d-8d57f234bb0e" providerId="ADAL" clId="{5AC41886-92C7-456D-AC6D-F2CF7292328B}" dt="2026-07-16T20:25:09.728" v="173" actId="20577"/>
          <ac:spMkLst>
            <pc:docMk/>
            <pc:sldMk cId="2641800033" sldId="260"/>
            <ac:spMk id="19" creationId="{B9C02AB7-019A-082B-3E2F-40D2334A8694}"/>
          </ac:spMkLst>
        </pc:spChg>
        <pc:spChg chg="add mod">
          <ac:chgData name="Garcia, Noah" userId="39d60871-d9bd-4780-924d-8d57f234bb0e" providerId="ADAL" clId="{5AC41886-92C7-456D-AC6D-F2CF7292328B}" dt="2026-07-16T20:25:37.548" v="184" actId="1076"/>
          <ac:spMkLst>
            <pc:docMk/>
            <pc:sldMk cId="2641800033" sldId="260"/>
            <ac:spMk id="20" creationId="{DE912E60-D772-0854-4E52-318E37EA4D5D}"/>
          </ac:spMkLst>
        </pc:spChg>
      </pc:sldChg>
      <pc:sldChg chg="modSp">
        <pc:chgData name="Garcia, Noah" userId="39d60871-d9bd-4780-924d-8d57f234bb0e" providerId="ADAL" clId="{5AC41886-92C7-456D-AC6D-F2CF7292328B}" dt="2026-07-16T21:14:18.086" v="1274"/>
        <pc:sldMkLst>
          <pc:docMk/>
          <pc:sldMk cId="2859063927" sldId="284"/>
        </pc:sldMkLst>
        <pc:spChg chg="mod">
          <ac:chgData name="Garcia, Noah" userId="39d60871-d9bd-4780-924d-8d57f234bb0e" providerId="ADAL" clId="{5AC41886-92C7-456D-AC6D-F2CF7292328B}" dt="2026-07-16T21:14:18.086" v="1274"/>
          <ac:spMkLst>
            <pc:docMk/>
            <pc:sldMk cId="2859063927" sldId="284"/>
            <ac:spMk id="4" creationId="{92D4D9CA-F34A-7824-0DAE-1C328DB20EF9}"/>
          </ac:spMkLst>
        </pc:spChg>
      </pc:sldChg>
      <pc:sldChg chg="modSp">
        <pc:chgData name="Garcia, Noah" userId="39d60871-d9bd-4780-924d-8d57f234bb0e" providerId="ADAL" clId="{5AC41886-92C7-456D-AC6D-F2CF7292328B}" dt="2026-07-16T21:14:18.086" v="1274"/>
        <pc:sldMkLst>
          <pc:docMk/>
          <pc:sldMk cId="2171586146" sldId="285"/>
        </pc:sldMkLst>
        <pc:spChg chg="mod">
          <ac:chgData name="Garcia, Noah" userId="39d60871-d9bd-4780-924d-8d57f234bb0e" providerId="ADAL" clId="{5AC41886-92C7-456D-AC6D-F2CF7292328B}" dt="2026-07-16T21:14:18.086" v="1274"/>
          <ac:spMkLst>
            <pc:docMk/>
            <pc:sldMk cId="2171586146" sldId="285"/>
            <ac:spMk id="4" creationId="{5BF7C11C-42E7-C549-03CB-C6049CB0EB67}"/>
          </ac:spMkLst>
        </pc:spChg>
      </pc:sldChg>
      <pc:sldChg chg="addSp delSp modSp add mod delAnim modAnim">
        <pc:chgData name="Garcia, Noah" userId="39d60871-d9bd-4780-924d-8d57f234bb0e" providerId="ADAL" clId="{5AC41886-92C7-456D-AC6D-F2CF7292328B}" dt="2026-07-16T21:14:18.086" v="1274"/>
        <pc:sldMkLst>
          <pc:docMk/>
          <pc:sldMk cId="356987036" sldId="289"/>
        </pc:sldMkLst>
        <pc:spChg chg="mod">
          <ac:chgData name="Garcia, Noah" userId="39d60871-d9bd-4780-924d-8d57f234bb0e" providerId="ADAL" clId="{5AC41886-92C7-456D-AC6D-F2CF7292328B}" dt="2026-07-16T21:14:18.086" v="1274"/>
          <ac:spMkLst>
            <pc:docMk/>
            <pc:sldMk cId="356987036" sldId="289"/>
            <ac:spMk id="2" creationId="{38E7DC2C-D20A-6EDB-CA7C-DFE6A6A72991}"/>
          </ac:spMkLst>
        </pc:spChg>
        <pc:spChg chg="mod">
          <ac:chgData name="Garcia, Noah" userId="39d60871-d9bd-4780-924d-8d57f234bb0e" providerId="ADAL" clId="{5AC41886-92C7-456D-AC6D-F2CF7292328B}" dt="2026-07-16T20:28:46.235" v="476" actId="20577"/>
          <ac:spMkLst>
            <pc:docMk/>
            <pc:sldMk cId="356987036" sldId="289"/>
            <ac:spMk id="3" creationId="{1791BC7A-C187-DBB1-8C28-F408405C3480}"/>
          </ac:spMkLst>
        </pc:spChg>
        <pc:spChg chg="add mod">
          <ac:chgData name="Garcia, Noah" userId="39d60871-d9bd-4780-924d-8d57f234bb0e" providerId="ADAL" clId="{5AC41886-92C7-456D-AC6D-F2CF7292328B}" dt="2026-07-16T20:29:54.914" v="593" actId="313"/>
          <ac:spMkLst>
            <pc:docMk/>
            <pc:sldMk cId="356987036" sldId="289"/>
            <ac:spMk id="4" creationId="{A41315D0-2032-A738-2879-8B1C30A86A56}"/>
          </ac:spMkLst>
        </pc:spChg>
        <pc:spChg chg="add mod">
          <ac:chgData name="Garcia, Noah" userId="39d60871-d9bd-4780-924d-8d57f234bb0e" providerId="ADAL" clId="{5AC41886-92C7-456D-AC6D-F2CF7292328B}" dt="2026-07-16T20:30:12.109" v="600" actId="1076"/>
          <ac:spMkLst>
            <pc:docMk/>
            <pc:sldMk cId="356987036" sldId="289"/>
            <ac:spMk id="8" creationId="{1FC453D7-42B1-72F6-8C29-5F0F7798C439}"/>
          </ac:spMkLst>
        </pc:spChg>
      </pc:sldChg>
      <pc:sldChg chg="addSp delSp modSp add mod delAnim modAnim">
        <pc:chgData name="Garcia, Noah" userId="39d60871-d9bd-4780-924d-8d57f234bb0e" providerId="ADAL" clId="{5AC41886-92C7-456D-AC6D-F2CF7292328B}" dt="2026-07-16T21:29:46.473" v="1281"/>
        <pc:sldMkLst>
          <pc:docMk/>
          <pc:sldMk cId="2533950549" sldId="290"/>
        </pc:sldMkLst>
        <pc:spChg chg="mod">
          <ac:chgData name="Garcia, Noah" userId="39d60871-d9bd-4780-924d-8d57f234bb0e" providerId="ADAL" clId="{5AC41886-92C7-456D-AC6D-F2CF7292328B}" dt="2026-07-16T21:14:18.086" v="1274"/>
          <ac:spMkLst>
            <pc:docMk/>
            <pc:sldMk cId="2533950549" sldId="290"/>
            <ac:spMk id="2" creationId="{0E236312-C0F4-01AC-57E1-FAD7C8CC73F6}"/>
          </ac:spMkLst>
        </pc:spChg>
        <pc:spChg chg="mod">
          <ac:chgData name="Garcia, Noah" userId="39d60871-d9bd-4780-924d-8d57f234bb0e" providerId="ADAL" clId="{5AC41886-92C7-456D-AC6D-F2CF7292328B}" dt="2026-07-16T20:31:30.104" v="703" actId="20577"/>
          <ac:spMkLst>
            <pc:docMk/>
            <pc:sldMk cId="2533950549" sldId="290"/>
            <ac:spMk id="3" creationId="{CFAEC47C-8728-3271-6262-AA0FE233CFFD}"/>
          </ac:spMkLst>
        </pc:spChg>
        <pc:spChg chg="mod">
          <ac:chgData name="Garcia, Noah" userId="39d60871-d9bd-4780-924d-8d57f234bb0e" providerId="ADAL" clId="{5AC41886-92C7-456D-AC6D-F2CF7292328B}" dt="2026-07-16T20:31:42.037" v="705"/>
          <ac:spMkLst>
            <pc:docMk/>
            <pc:sldMk cId="2533950549" sldId="290"/>
            <ac:spMk id="4" creationId="{D46ECB66-5084-7691-0A1C-84136F307708}"/>
          </ac:spMkLst>
        </pc:spChg>
        <pc:spChg chg="add mod">
          <ac:chgData name="Garcia, Noah" userId="39d60871-d9bd-4780-924d-8d57f234bb0e" providerId="ADAL" clId="{5AC41886-92C7-456D-AC6D-F2CF7292328B}" dt="2026-07-16T20:33:38.070" v="776" actId="20577"/>
          <ac:spMkLst>
            <pc:docMk/>
            <pc:sldMk cId="2533950549" sldId="290"/>
            <ac:spMk id="6" creationId="{9A40D86B-0223-2A37-1ABF-EE2FBC898119}"/>
          </ac:spMkLst>
        </pc:spChg>
        <pc:spChg chg="mod">
          <ac:chgData name="Garcia, Noah" userId="39d60871-d9bd-4780-924d-8d57f234bb0e" providerId="ADAL" clId="{5AC41886-92C7-456D-AC6D-F2CF7292328B}" dt="2026-07-16T20:33:36.588" v="775" actId="20577"/>
          <ac:spMkLst>
            <pc:docMk/>
            <pc:sldMk cId="2533950549" sldId="290"/>
            <ac:spMk id="8" creationId="{18A1CA49-B0F3-3493-F2F3-5077A04E33D1}"/>
          </ac:spMkLst>
        </pc:spChg>
        <pc:spChg chg="add mod">
          <ac:chgData name="Garcia, Noah" userId="39d60871-d9bd-4780-924d-8d57f234bb0e" providerId="ADAL" clId="{5AC41886-92C7-456D-AC6D-F2CF7292328B}" dt="2026-07-16T20:33:40.215" v="777" actId="20577"/>
          <ac:spMkLst>
            <pc:docMk/>
            <pc:sldMk cId="2533950549" sldId="290"/>
            <ac:spMk id="9" creationId="{135CD056-0B64-0113-95F7-F68499FF93F9}"/>
          </ac:spMkLst>
        </pc:spChg>
        <pc:spChg chg="add mod">
          <ac:chgData name="Garcia, Noah" userId="39d60871-d9bd-4780-924d-8d57f234bb0e" providerId="ADAL" clId="{5AC41886-92C7-456D-AC6D-F2CF7292328B}" dt="2026-07-16T20:33:50.947" v="786" actId="1036"/>
          <ac:spMkLst>
            <pc:docMk/>
            <pc:sldMk cId="2533950549" sldId="290"/>
            <ac:spMk id="10" creationId="{EAEB448C-ECA9-3CBA-81E9-4BF2BB91BC7F}"/>
          </ac:spMkLst>
        </pc:spChg>
      </pc:sldChg>
      <pc:sldChg chg="addSp delSp modSp add mod setBg delAnim setClrOvrMap delDesignElem">
        <pc:chgData name="Garcia, Noah" userId="39d60871-d9bd-4780-924d-8d57f234bb0e" providerId="ADAL" clId="{5AC41886-92C7-456D-AC6D-F2CF7292328B}" dt="2026-07-22T16:32:55.444" v="1282" actId="166"/>
        <pc:sldMkLst>
          <pc:docMk/>
          <pc:sldMk cId="2465100815" sldId="291"/>
        </pc:sldMkLst>
        <pc:spChg chg="mod">
          <ac:chgData name="Garcia, Noah" userId="39d60871-d9bd-4780-924d-8d57f234bb0e" providerId="ADAL" clId="{5AC41886-92C7-456D-AC6D-F2CF7292328B}" dt="2026-07-16T20:38:28.537" v="1263" actId="26606"/>
          <ac:spMkLst>
            <pc:docMk/>
            <pc:sldMk cId="2465100815" sldId="291"/>
            <ac:spMk id="2" creationId="{E4CBADE4-AB1D-2529-8E6B-A7D0CBEBCAED}"/>
          </ac:spMkLst>
        </pc:spChg>
        <pc:spChg chg="mod ord">
          <ac:chgData name="Garcia, Noah" userId="39d60871-d9bd-4780-924d-8d57f234bb0e" providerId="ADAL" clId="{5AC41886-92C7-456D-AC6D-F2CF7292328B}" dt="2026-07-16T21:14:21.267" v="1275" actId="26606"/>
          <ac:spMkLst>
            <pc:docMk/>
            <pc:sldMk cId="2465100815" sldId="291"/>
            <ac:spMk id="3" creationId="{E106D89D-D9C5-B840-5D92-2D9AF8B0950D}"/>
          </ac:spMkLst>
        </pc:spChg>
        <pc:spChg chg="add">
          <ac:chgData name="Garcia, Noah" userId="39d60871-d9bd-4780-924d-8d57f234bb0e" providerId="ADAL" clId="{5AC41886-92C7-456D-AC6D-F2CF7292328B}" dt="2026-07-16T21:14:21.267" v="1275" actId="26606"/>
          <ac:spMkLst>
            <pc:docMk/>
            <pc:sldMk cId="2465100815" sldId="291"/>
            <ac:spMk id="41" creationId="{E4947D45-3E3A-4249-A3DB-5B907C179727}"/>
          </ac:spMkLst>
        </pc:spChg>
        <pc:spChg chg="add">
          <ac:chgData name="Garcia, Noah" userId="39d60871-d9bd-4780-924d-8d57f234bb0e" providerId="ADAL" clId="{5AC41886-92C7-456D-AC6D-F2CF7292328B}" dt="2026-07-16T21:14:21.267" v="1275" actId="26606"/>
          <ac:spMkLst>
            <pc:docMk/>
            <pc:sldMk cId="2465100815" sldId="291"/>
            <ac:spMk id="43" creationId="{4D742E62-D0CA-4DEC-815B-5ED27845B5C4}"/>
          </ac:spMkLst>
        </pc:spChg>
        <pc:spChg chg="add">
          <ac:chgData name="Garcia, Noah" userId="39d60871-d9bd-4780-924d-8d57f234bb0e" providerId="ADAL" clId="{5AC41886-92C7-456D-AC6D-F2CF7292328B}" dt="2026-07-16T21:14:21.267" v="1275" actId="26606"/>
          <ac:spMkLst>
            <pc:docMk/>
            <pc:sldMk cId="2465100815" sldId="291"/>
            <ac:spMk id="44" creationId="{6ADD3D29-FB68-4A1C-B0DE-CAF42F2843F1}"/>
          </ac:spMkLst>
        </pc:spChg>
        <pc:spChg chg="add">
          <ac:chgData name="Garcia, Noah" userId="39d60871-d9bd-4780-924d-8d57f234bb0e" providerId="ADAL" clId="{5AC41886-92C7-456D-AC6D-F2CF7292328B}" dt="2026-07-16T21:14:21.267" v="1275" actId="26606"/>
          <ac:spMkLst>
            <pc:docMk/>
            <pc:sldMk cId="2465100815" sldId="291"/>
            <ac:spMk id="45" creationId="{24822E8D-300D-45E7-9F98-BDEC7436184F}"/>
          </ac:spMkLst>
        </pc:spChg>
        <pc:spChg chg="add">
          <ac:chgData name="Garcia, Noah" userId="39d60871-d9bd-4780-924d-8d57f234bb0e" providerId="ADAL" clId="{5AC41886-92C7-456D-AC6D-F2CF7292328B}" dt="2026-07-16T21:14:21.267" v="1275" actId="26606"/>
          <ac:spMkLst>
            <pc:docMk/>
            <pc:sldMk cId="2465100815" sldId="291"/>
            <ac:spMk id="46" creationId="{07C953DC-E764-4B76-B359-52546F4CABCF}"/>
          </ac:spMkLst>
        </pc:spChg>
        <pc:spChg chg="add">
          <ac:chgData name="Garcia, Noah" userId="39d60871-d9bd-4780-924d-8d57f234bb0e" providerId="ADAL" clId="{5AC41886-92C7-456D-AC6D-F2CF7292328B}" dt="2026-07-16T21:14:21.267" v="1275" actId="26606"/>
          <ac:spMkLst>
            <pc:docMk/>
            <pc:sldMk cId="2465100815" sldId="291"/>
            <ac:spMk id="47" creationId="{C187CEFC-9032-481B-B8CA-A323593DD4E7}"/>
          </ac:spMkLst>
        </pc:spChg>
        <pc:spChg chg="add">
          <ac:chgData name="Garcia, Noah" userId="39d60871-d9bd-4780-924d-8d57f234bb0e" providerId="ADAL" clId="{5AC41886-92C7-456D-AC6D-F2CF7292328B}" dt="2026-07-16T21:14:21.267" v="1275" actId="26606"/>
          <ac:spMkLst>
            <pc:docMk/>
            <pc:sldMk cId="2465100815" sldId="291"/>
            <ac:spMk id="48" creationId="{4CB87468-9225-4E6A-A5B7-B47F08B34B33}"/>
          </ac:spMkLst>
        </pc:spChg>
        <pc:spChg chg="add">
          <ac:chgData name="Garcia, Noah" userId="39d60871-d9bd-4780-924d-8d57f234bb0e" providerId="ADAL" clId="{5AC41886-92C7-456D-AC6D-F2CF7292328B}" dt="2026-07-16T21:14:21.267" v="1275" actId="26606"/>
          <ac:spMkLst>
            <pc:docMk/>
            <pc:sldMk cId="2465100815" sldId="291"/>
            <ac:spMk id="49" creationId="{7296B8E7-1A3F-4C7F-A120-29E90E59314E}"/>
          </ac:spMkLst>
        </pc:spChg>
        <pc:grpChg chg="add">
          <ac:chgData name="Garcia, Noah" userId="39d60871-d9bd-4780-924d-8d57f234bb0e" providerId="ADAL" clId="{5AC41886-92C7-456D-AC6D-F2CF7292328B}" dt="2026-07-16T21:14:21.267" v="1275" actId="26606"/>
          <ac:grpSpMkLst>
            <pc:docMk/>
            <pc:sldMk cId="2465100815" sldId="291"/>
            <ac:grpSpMk id="14" creationId="{ACCC08F4-6649-4752-A49D-EC2C8E965620}"/>
          </ac:grpSpMkLst>
        </pc:grpChg>
        <pc:picChg chg="add mod ord">
          <ac:chgData name="Garcia, Noah" userId="39d60871-d9bd-4780-924d-8d57f234bb0e" providerId="ADAL" clId="{5AC41886-92C7-456D-AC6D-F2CF7292328B}" dt="2026-07-22T16:32:55.444" v="1282" actId="166"/>
          <ac:picMkLst>
            <pc:docMk/>
            <pc:sldMk cId="2465100815" sldId="291"/>
            <ac:picMk id="7" creationId="{2650AE1E-D8E4-4853-AC60-688E37D7C00B}"/>
          </ac:picMkLst>
        </pc:picChg>
        <pc:picChg chg="add mod">
          <ac:chgData name="Garcia, Noah" userId="39d60871-d9bd-4780-924d-8d57f234bb0e" providerId="ADAL" clId="{5AC41886-92C7-456D-AC6D-F2CF7292328B}" dt="2026-07-16T20:38:27.034" v="1262" actId="1076"/>
          <ac:picMkLst>
            <pc:docMk/>
            <pc:sldMk cId="2465100815" sldId="291"/>
            <ac:picMk id="12" creationId="{3CAB4E32-A74B-1491-910B-D5D7D9DD4530}"/>
          </ac:picMkLst>
        </pc:picChg>
      </pc:sldChg>
      <pc:sldMasterChg chg="addSp modTransition modSldLayout">
        <pc:chgData name="Garcia, Noah" userId="39d60871-d9bd-4780-924d-8d57f234bb0e" providerId="ADAL" clId="{5AC41886-92C7-456D-AC6D-F2CF7292328B}" dt="2026-07-16T21:14:18.086" v="1274"/>
        <pc:sldMasterMkLst>
          <pc:docMk/>
          <pc:sldMasterMk cId="3390827728" sldId="2147485192"/>
        </pc:sldMasterMkLst>
        <pc:spChg chg="add">
          <ac:chgData name="Garcia, Noah" userId="39d60871-d9bd-4780-924d-8d57f234bb0e" providerId="ADAL" clId="{5AC41886-92C7-456D-AC6D-F2CF7292328B}" dt="2026-07-16T21:14:18.086" v="1274"/>
          <ac:spMkLst>
            <pc:docMk/>
            <pc:sldMasterMk cId="3390827728" sldId="2147485192"/>
            <ac:spMk id="53" creationId="{B5E9AB4C-6343-83ED-362E-3102564DE7B1}"/>
          </ac:spMkLst>
        </pc:spChg>
        <pc:spChg chg="add">
          <ac:chgData name="Garcia, Noah" userId="39d60871-d9bd-4780-924d-8d57f234bb0e" providerId="ADAL" clId="{5AC41886-92C7-456D-AC6D-F2CF7292328B}" dt="2026-07-16T21:14:18.086" v="1274"/>
          <ac:spMkLst>
            <pc:docMk/>
            <pc:sldMasterMk cId="3390827728" sldId="2147485192"/>
            <ac:spMk id="54" creationId="{3BB3ACA0-DF79-D675-1A7A-A0CCEA46E197}"/>
          </ac:spMkLst>
        </pc:spChg>
        <pc:spChg chg="add">
          <ac:chgData name="Garcia, Noah" userId="39d60871-d9bd-4780-924d-8d57f234bb0e" providerId="ADAL" clId="{5AC41886-92C7-456D-AC6D-F2CF7292328B}" dt="2026-07-16T21:14:18.086" v="1274"/>
          <ac:spMkLst>
            <pc:docMk/>
            <pc:sldMasterMk cId="3390827728" sldId="2147485192"/>
            <ac:spMk id="55" creationId="{5524BDDD-F69A-9464-A291-64230AE74683}"/>
          </ac:spMkLst>
        </pc:spChg>
        <pc:spChg chg="add">
          <ac:chgData name="Garcia, Noah" userId="39d60871-d9bd-4780-924d-8d57f234bb0e" providerId="ADAL" clId="{5AC41886-92C7-456D-AC6D-F2CF7292328B}" dt="2026-07-16T21:14:18.086" v="1274"/>
          <ac:spMkLst>
            <pc:docMk/>
            <pc:sldMasterMk cId="3390827728" sldId="2147485192"/>
            <ac:spMk id="56" creationId="{49850A69-259B-CF46-8BAD-F6B5EC1498B8}"/>
          </ac:spMkLst>
        </pc:spChg>
        <pc:spChg chg="add">
          <ac:chgData name="Garcia, Noah" userId="39d60871-d9bd-4780-924d-8d57f234bb0e" providerId="ADAL" clId="{5AC41886-92C7-456D-AC6D-F2CF7292328B}" dt="2026-07-16T21:14:18.086" v="1274"/>
          <ac:spMkLst>
            <pc:docMk/>
            <pc:sldMasterMk cId="3390827728" sldId="2147485192"/>
            <ac:spMk id="57" creationId="{5749541A-E592-1C72-B919-A2FC24E3A882}"/>
          </ac:spMkLst>
        </pc:spChg>
        <pc:spChg chg="add">
          <ac:chgData name="Garcia, Noah" userId="39d60871-d9bd-4780-924d-8d57f234bb0e" providerId="ADAL" clId="{5AC41886-92C7-456D-AC6D-F2CF7292328B}" dt="2026-07-16T21:14:18.086" v="1274"/>
          <ac:spMkLst>
            <pc:docMk/>
            <pc:sldMasterMk cId="3390827728" sldId="2147485192"/>
            <ac:spMk id="58" creationId="{9D26B9FC-8767-E6EB-D9BD-FAFAD52A8058}"/>
          </ac:spMkLst>
        </pc:spChg>
        <pc:grpChg chg="add">
          <ac:chgData name="Garcia, Noah" userId="39d60871-d9bd-4780-924d-8d57f234bb0e" providerId="ADAL" clId="{5AC41886-92C7-456D-AC6D-F2CF7292328B}" dt="2026-07-16T21:14:18.086" v="1274"/>
          <ac:grpSpMkLst>
            <pc:docMk/>
            <pc:sldMasterMk cId="3390827728" sldId="2147485192"/>
            <ac:grpSpMk id="9" creationId="{276B772E-4B41-44DF-100D-EB026AFED7DB}"/>
          </ac:grpSpMkLst>
        </pc:grpChg>
        <pc:sldLayoutChg chg="addSp modTransition">
          <pc:chgData name="Garcia, Noah" userId="39d60871-d9bd-4780-924d-8d57f234bb0e" providerId="ADAL" clId="{5AC41886-92C7-456D-AC6D-F2CF7292328B}" dt="2026-07-16T21:14:18.086" v="1274"/>
          <pc:sldLayoutMkLst>
            <pc:docMk/>
            <pc:sldMasterMk cId="3390827728" sldId="2147485192"/>
            <pc:sldLayoutMk cId="3759691083" sldId="2147485198"/>
          </pc:sldLayoutMkLst>
          <pc:picChg chg="add">
            <ac:chgData name="Garcia, Noah" userId="39d60871-d9bd-4780-924d-8d57f234bb0e" providerId="ADAL" clId="{5AC41886-92C7-456D-AC6D-F2CF7292328B}" dt="2026-07-16T21:14:18.086" v="1274"/>
            <ac:picMkLst>
              <pc:docMk/>
              <pc:sldMasterMk cId="3390827728" sldId="2147485192"/>
              <pc:sldLayoutMk cId="3759691083" sldId="2147485198"/>
              <ac:picMk id="2" creationId="{3B0FD58D-B2A2-9744-3A89-41830BA6D18D}"/>
            </ac:picMkLst>
          </pc:picChg>
        </pc:sldLayoutChg>
        <pc:sldLayoutChg chg="modTransition">
          <pc:chgData name="Garcia, Noah" userId="39d60871-d9bd-4780-924d-8d57f234bb0e" providerId="ADAL" clId="{5AC41886-92C7-456D-AC6D-F2CF7292328B}" dt="2026-07-16T21:14:18.086" v="1274"/>
          <pc:sldLayoutMkLst>
            <pc:docMk/>
            <pc:sldMasterMk cId="3390827728" sldId="2147485192"/>
            <pc:sldLayoutMk cId="1070402497" sldId="214748519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1BB8D0-2085-47B4-92CF-85A2D94A67EA}"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42C7FAFC-C456-4488-B856-2433F4B8E38E}">
      <dgm:prSet/>
      <dgm:spPr/>
      <dgm:t>
        <a:bodyPr/>
        <a:lstStyle/>
        <a:p>
          <a:pPr>
            <a:lnSpc>
              <a:spcPct val="100000"/>
            </a:lnSpc>
          </a:pPr>
          <a:r>
            <a:rPr lang="en-US" b="0" i="0"/>
            <a:t>FPGA = Field-Programmable Gate Array.</a:t>
          </a:r>
          <a:endParaRPr lang="en-US"/>
        </a:p>
      </dgm:t>
    </dgm:pt>
    <dgm:pt modelId="{EC64C516-9662-4F31-9FFF-4D794B868C84}" type="parTrans" cxnId="{C67D25A6-D62A-4CBB-91EF-A506719D74ED}">
      <dgm:prSet/>
      <dgm:spPr/>
      <dgm:t>
        <a:bodyPr/>
        <a:lstStyle/>
        <a:p>
          <a:endParaRPr lang="en-US"/>
        </a:p>
      </dgm:t>
    </dgm:pt>
    <dgm:pt modelId="{6411AE23-CD03-43E5-8119-15110C51775B}" type="sibTrans" cxnId="{C67D25A6-D62A-4CBB-91EF-A506719D74ED}">
      <dgm:prSet/>
      <dgm:spPr/>
      <dgm:t>
        <a:bodyPr/>
        <a:lstStyle/>
        <a:p>
          <a:endParaRPr lang="en-US"/>
        </a:p>
      </dgm:t>
    </dgm:pt>
    <dgm:pt modelId="{22EA26E8-2201-48BC-99ED-9B961D28A8E2}">
      <dgm:prSet/>
      <dgm:spPr/>
      <dgm:t>
        <a:bodyPr/>
        <a:lstStyle/>
        <a:p>
          <a:pPr>
            <a:lnSpc>
              <a:spcPct val="100000"/>
            </a:lnSpc>
          </a:pPr>
          <a:r>
            <a:rPr lang="en-US" b="0" i="0"/>
            <a:t>A CPU is like one fast chef doing steps in order.</a:t>
          </a:r>
          <a:endParaRPr lang="en-US"/>
        </a:p>
      </dgm:t>
    </dgm:pt>
    <dgm:pt modelId="{C75782A3-161D-4FA3-8D1A-8D4099177122}" type="parTrans" cxnId="{70248838-72D5-4467-95E9-05AB86C4E401}">
      <dgm:prSet/>
      <dgm:spPr/>
      <dgm:t>
        <a:bodyPr/>
        <a:lstStyle/>
        <a:p>
          <a:endParaRPr lang="en-US"/>
        </a:p>
      </dgm:t>
    </dgm:pt>
    <dgm:pt modelId="{38A1F1F2-06E2-483C-8F42-50646837485B}" type="sibTrans" cxnId="{70248838-72D5-4467-95E9-05AB86C4E401}">
      <dgm:prSet/>
      <dgm:spPr/>
      <dgm:t>
        <a:bodyPr/>
        <a:lstStyle/>
        <a:p>
          <a:endParaRPr lang="en-US"/>
        </a:p>
      </dgm:t>
    </dgm:pt>
    <dgm:pt modelId="{414ED5DA-E824-490E-8ECE-C2B64B809D5D}">
      <dgm:prSet/>
      <dgm:spPr/>
      <dgm:t>
        <a:bodyPr/>
        <a:lstStyle/>
        <a:p>
          <a:pPr>
            <a:lnSpc>
              <a:spcPct val="100000"/>
            </a:lnSpc>
          </a:pPr>
          <a:r>
            <a:rPr lang="en-US" b="0" i="0"/>
            <a:t>An FPGA is a box of LEGO for circuits — build many parallel workers.</a:t>
          </a:r>
          <a:endParaRPr lang="en-US"/>
        </a:p>
      </dgm:t>
    </dgm:pt>
    <dgm:pt modelId="{6FDDCC3C-9A8E-4025-A2E2-118FB0E9CA59}" type="parTrans" cxnId="{D823C33B-438F-4192-944D-9AFFA284BE5D}">
      <dgm:prSet/>
      <dgm:spPr/>
      <dgm:t>
        <a:bodyPr/>
        <a:lstStyle/>
        <a:p>
          <a:endParaRPr lang="en-US"/>
        </a:p>
      </dgm:t>
    </dgm:pt>
    <dgm:pt modelId="{8799C067-EAD6-4F17-ACDB-EB0F94A33153}" type="sibTrans" cxnId="{D823C33B-438F-4192-944D-9AFFA284BE5D}">
      <dgm:prSet/>
      <dgm:spPr/>
      <dgm:t>
        <a:bodyPr/>
        <a:lstStyle/>
        <a:p>
          <a:endParaRPr lang="en-US"/>
        </a:p>
      </dgm:t>
    </dgm:pt>
    <dgm:pt modelId="{1A8A891A-59E2-4EFC-9F54-1AB384034F33}">
      <dgm:prSet/>
      <dgm:spPr/>
      <dgm:t>
        <a:bodyPr/>
        <a:lstStyle/>
        <a:p>
          <a:pPr>
            <a:lnSpc>
              <a:spcPct val="100000"/>
            </a:lnSpc>
          </a:pPr>
          <a:r>
            <a:rPr lang="en-US" b="0" i="0"/>
            <a:t>"Field-programmable" = rebuild it anytime, even inside your board.</a:t>
          </a:r>
          <a:endParaRPr lang="en-US"/>
        </a:p>
      </dgm:t>
    </dgm:pt>
    <dgm:pt modelId="{84A80F0B-6E96-43CE-983D-27874F96F978}" type="parTrans" cxnId="{992F4B46-DA9F-4A2C-A8DC-AAFD2F273059}">
      <dgm:prSet/>
      <dgm:spPr/>
      <dgm:t>
        <a:bodyPr/>
        <a:lstStyle/>
        <a:p>
          <a:endParaRPr lang="en-US"/>
        </a:p>
      </dgm:t>
    </dgm:pt>
    <dgm:pt modelId="{CD65CA8A-3568-4261-B994-F2AC335C4079}" type="sibTrans" cxnId="{992F4B46-DA9F-4A2C-A8DC-AAFD2F273059}">
      <dgm:prSet/>
      <dgm:spPr/>
      <dgm:t>
        <a:bodyPr/>
        <a:lstStyle/>
        <a:p>
          <a:endParaRPr lang="en-US"/>
        </a:p>
      </dgm:t>
    </dgm:pt>
    <dgm:pt modelId="{1627D7A0-C764-4481-817E-3EE0EA025B12}" type="pres">
      <dgm:prSet presAssocID="{B31BB8D0-2085-47B4-92CF-85A2D94A67EA}" presName="root" presStyleCnt="0">
        <dgm:presLayoutVars>
          <dgm:dir/>
          <dgm:resizeHandles val="exact"/>
        </dgm:presLayoutVars>
      </dgm:prSet>
      <dgm:spPr/>
    </dgm:pt>
    <dgm:pt modelId="{ED561404-2225-4B01-BD89-00B103A49DD3}" type="pres">
      <dgm:prSet presAssocID="{42C7FAFC-C456-4488-B856-2433F4B8E38E}" presName="compNode" presStyleCnt="0"/>
      <dgm:spPr/>
    </dgm:pt>
    <dgm:pt modelId="{8655C881-5C43-40F5-A25D-1BC67DB6CAEA}" type="pres">
      <dgm:prSet presAssocID="{42C7FAFC-C456-4488-B856-2433F4B8E38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ECF077F4-6511-4AFB-8B75-5F92CDA28893}" type="pres">
      <dgm:prSet presAssocID="{42C7FAFC-C456-4488-B856-2433F4B8E38E}" presName="spaceRect" presStyleCnt="0"/>
      <dgm:spPr/>
    </dgm:pt>
    <dgm:pt modelId="{A5475BE2-3E3C-435A-8F20-3D1D51E01E76}" type="pres">
      <dgm:prSet presAssocID="{42C7FAFC-C456-4488-B856-2433F4B8E38E}" presName="textRect" presStyleLbl="revTx" presStyleIdx="0" presStyleCnt="4">
        <dgm:presLayoutVars>
          <dgm:chMax val="1"/>
          <dgm:chPref val="1"/>
        </dgm:presLayoutVars>
      </dgm:prSet>
      <dgm:spPr/>
    </dgm:pt>
    <dgm:pt modelId="{181C608B-95A4-4D14-B2A2-611620445515}" type="pres">
      <dgm:prSet presAssocID="{6411AE23-CD03-43E5-8119-15110C51775B}" presName="sibTrans" presStyleCnt="0"/>
      <dgm:spPr/>
    </dgm:pt>
    <dgm:pt modelId="{14CEE49C-9ACC-4E50-B2DF-FFB8889D8CBC}" type="pres">
      <dgm:prSet presAssocID="{22EA26E8-2201-48BC-99ED-9B961D28A8E2}" presName="compNode" presStyleCnt="0"/>
      <dgm:spPr/>
    </dgm:pt>
    <dgm:pt modelId="{03DBFD79-7D41-4775-B208-3E84072BEA61}" type="pres">
      <dgm:prSet presAssocID="{22EA26E8-2201-48BC-99ED-9B961D28A8E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f"/>
        </a:ext>
      </dgm:extLst>
    </dgm:pt>
    <dgm:pt modelId="{E6486A2F-BF3F-48F2-BA55-DD96A6983507}" type="pres">
      <dgm:prSet presAssocID="{22EA26E8-2201-48BC-99ED-9B961D28A8E2}" presName="spaceRect" presStyleCnt="0"/>
      <dgm:spPr/>
    </dgm:pt>
    <dgm:pt modelId="{A230C729-95DE-4F69-8F77-37E32B4FD5ED}" type="pres">
      <dgm:prSet presAssocID="{22EA26E8-2201-48BC-99ED-9B961D28A8E2}" presName="textRect" presStyleLbl="revTx" presStyleIdx="1" presStyleCnt="4">
        <dgm:presLayoutVars>
          <dgm:chMax val="1"/>
          <dgm:chPref val="1"/>
        </dgm:presLayoutVars>
      </dgm:prSet>
      <dgm:spPr/>
    </dgm:pt>
    <dgm:pt modelId="{C4AEAA86-1D0D-4418-9DB1-9B3B593A8018}" type="pres">
      <dgm:prSet presAssocID="{38A1F1F2-06E2-483C-8F42-50646837485B}" presName="sibTrans" presStyleCnt="0"/>
      <dgm:spPr/>
    </dgm:pt>
    <dgm:pt modelId="{16A0C966-4F35-4256-9E15-5668826FA5D0}" type="pres">
      <dgm:prSet presAssocID="{414ED5DA-E824-490E-8ECE-C2B64B809D5D}" presName="compNode" presStyleCnt="0"/>
      <dgm:spPr/>
    </dgm:pt>
    <dgm:pt modelId="{8B9C922F-9F91-4C26-A11A-D5D6405F8481}" type="pres">
      <dgm:prSet presAssocID="{414ED5DA-E824-490E-8ECE-C2B64B809D5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sconnected"/>
        </a:ext>
      </dgm:extLst>
    </dgm:pt>
    <dgm:pt modelId="{7C7878EC-5040-4415-8C14-036FE4DBB7B9}" type="pres">
      <dgm:prSet presAssocID="{414ED5DA-E824-490E-8ECE-C2B64B809D5D}" presName="spaceRect" presStyleCnt="0"/>
      <dgm:spPr/>
    </dgm:pt>
    <dgm:pt modelId="{0E4C8612-7C68-455B-AF40-25E6134AD387}" type="pres">
      <dgm:prSet presAssocID="{414ED5DA-E824-490E-8ECE-C2B64B809D5D}" presName="textRect" presStyleLbl="revTx" presStyleIdx="2" presStyleCnt="4">
        <dgm:presLayoutVars>
          <dgm:chMax val="1"/>
          <dgm:chPref val="1"/>
        </dgm:presLayoutVars>
      </dgm:prSet>
      <dgm:spPr/>
    </dgm:pt>
    <dgm:pt modelId="{9CA27E3C-E8E4-4949-86F4-22979C799166}" type="pres">
      <dgm:prSet presAssocID="{8799C067-EAD6-4F17-ACDB-EB0F94A33153}" presName="sibTrans" presStyleCnt="0"/>
      <dgm:spPr/>
    </dgm:pt>
    <dgm:pt modelId="{5203D81C-ACD6-4646-B54F-9295A7EDBD61}" type="pres">
      <dgm:prSet presAssocID="{1A8A891A-59E2-4EFC-9F54-1AB384034F33}" presName="compNode" presStyleCnt="0"/>
      <dgm:spPr/>
    </dgm:pt>
    <dgm:pt modelId="{A4B49936-E8F0-4E40-94F1-B5EC6CD33404}" type="pres">
      <dgm:prSet presAssocID="{1A8A891A-59E2-4EFC-9F54-1AB384034F3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mmable"/>
        </a:ext>
      </dgm:extLst>
    </dgm:pt>
    <dgm:pt modelId="{BB8424C3-31FE-4D5D-931D-C07B1500085C}" type="pres">
      <dgm:prSet presAssocID="{1A8A891A-59E2-4EFC-9F54-1AB384034F33}" presName="spaceRect" presStyleCnt="0"/>
      <dgm:spPr/>
    </dgm:pt>
    <dgm:pt modelId="{B716E283-D9E5-46B4-9112-59080FE435C2}" type="pres">
      <dgm:prSet presAssocID="{1A8A891A-59E2-4EFC-9F54-1AB384034F33}" presName="textRect" presStyleLbl="revTx" presStyleIdx="3" presStyleCnt="4">
        <dgm:presLayoutVars>
          <dgm:chMax val="1"/>
          <dgm:chPref val="1"/>
        </dgm:presLayoutVars>
      </dgm:prSet>
      <dgm:spPr/>
    </dgm:pt>
  </dgm:ptLst>
  <dgm:cxnLst>
    <dgm:cxn modelId="{28C09D1E-97DD-4781-894C-BF1DD084EB4C}" type="presOf" srcId="{22EA26E8-2201-48BC-99ED-9B961D28A8E2}" destId="{A230C729-95DE-4F69-8F77-37E32B4FD5ED}" srcOrd="0" destOrd="0" presId="urn:microsoft.com/office/officeart/2018/2/layout/IconLabelList"/>
    <dgm:cxn modelId="{DA93921F-33FE-4775-92F6-5C08C0604074}" type="presOf" srcId="{1A8A891A-59E2-4EFC-9F54-1AB384034F33}" destId="{B716E283-D9E5-46B4-9112-59080FE435C2}" srcOrd="0" destOrd="0" presId="urn:microsoft.com/office/officeart/2018/2/layout/IconLabelList"/>
    <dgm:cxn modelId="{70248838-72D5-4467-95E9-05AB86C4E401}" srcId="{B31BB8D0-2085-47B4-92CF-85A2D94A67EA}" destId="{22EA26E8-2201-48BC-99ED-9B961D28A8E2}" srcOrd="1" destOrd="0" parTransId="{C75782A3-161D-4FA3-8D1A-8D4099177122}" sibTransId="{38A1F1F2-06E2-483C-8F42-50646837485B}"/>
    <dgm:cxn modelId="{D823C33B-438F-4192-944D-9AFFA284BE5D}" srcId="{B31BB8D0-2085-47B4-92CF-85A2D94A67EA}" destId="{414ED5DA-E824-490E-8ECE-C2B64B809D5D}" srcOrd="2" destOrd="0" parTransId="{6FDDCC3C-9A8E-4025-A2E2-118FB0E9CA59}" sibTransId="{8799C067-EAD6-4F17-ACDB-EB0F94A33153}"/>
    <dgm:cxn modelId="{992F4B46-DA9F-4A2C-A8DC-AAFD2F273059}" srcId="{B31BB8D0-2085-47B4-92CF-85A2D94A67EA}" destId="{1A8A891A-59E2-4EFC-9F54-1AB384034F33}" srcOrd="3" destOrd="0" parTransId="{84A80F0B-6E96-43CE-983D-27874F96F978}" sibTransId="{CD65CA8A-3568-4261-B994-F2AC335C4079}"/>
    <dgm:cxn modelId="{B08F03A6-F227-46D4-A5B3-F4F7B100CCAA}" type="presOf" srcId="{42C7FAFC-C456-4488-B856-2433F4B8E38E}" destId="{A5475BE2-3E3C-435A-8F20-3D1D51E01E76}" srcOrd="0" destOrd="0" presId="urn:microsoft.com/office/officeart/2018/2/layout/IconLabelList"/>
    <dgm:cxn modelId="{C67D25A6-D62A-4CBB-91EF-A506719D74ED}" srcId="{B31BB8D0-2085-47B4-92CF-85A2D94A67EA}" destId="{42C7FAFC-C456-4488-B856-2433F4B8E38E}" srcOrd="0" destOrd="0" parTransId="{EC64C516-9662-4F31-9FFF-4D794B868C84}" sibTransId="{6411AE23-CD03-43E5-8119-15110C51775B}"/>
    <dgm:cxn modelId="{232CFBAE-15D5-483C-8A9D-905C7A902AD8}" type="presOf" srcId="{B31BB8D0-2085-47B4-92CF-85A2D94A67EA}" destId="{1627D7A0-C764-4481-817E-3EE0EA025B12}" srcOrd="0" destOrd="0" presId="urn:microsoft.com/office/officeart/2018/2/layout/IconLabelList"/>
    <dgm:cxn modelId="{0DE58BD4-7F0E-4A1A-B3C1-47165366ED9C}" type="presOf" srcId="{414ED5DA-E824-490E-8ECE-C2B64B809D5D}" destId="{0E4C8612-7C68-455B-AF40-25E6134AD387}" srcOrd="0" destOrd="0" presId="urn:microsoft.com/office/officeart/2018/2/layout/IconLabelList"/>
    <dgm:cxn modelId="{D2AA548C-2C70-44E5-9D84-5C74563D7B7C}" type="presParOf" srcId="{1627D7A0-C764-4481-817E-3EE0EA025B12}" destId="{ED561404-2225-4B01-BD89-00B103A49DD3}" srcOrd="0" destOrd="0" presId="urn:microsoft.com/office/officeart/2018/2/layout/IconLabelList"/>
    <dgm:cxn modelId="{8D06865E-2BAC-4030-8B51-4DC6EE3496B7}" type="presParOf" srcId="{ED561404-2225-4B01-BD89-00B103A49DD3}" destId="{8655C881-5C43-40F5-A25D-1BC67DB6CAEA}" srcOrd="0" destOrd="0" presId="urn:microsoft.com/office/officeart/2018/2/layout/IconLabelList"/>
    <dgm:cxn modelId="{0C1AA351-8CC0-4B89-9D53-5C73F128B49D}" type="presParOf" srcId="{ED561404-2225-4B01-BD89-00B103A49DD3}" destId="{ECF077F4-6511-4AFB-8B75-5F92CDA28893}" srcOrd="1" destOrd="0" presId="urn:microsoft.com/office/officeart/2018/2/layout/IconLabelList"/>
    <dgm:cxn modelId="{6436F5A6-D70A-4108-93B7-9219D2B4E4DE}" type="presParOf" srcId="{ED561404-2225-4B01-BD89-00B103A49DD3}" destId="{A5475BE2-3E3C-435A-8F20-3D1D51E01E76}" srcOrd="2" destOrd="0" presId="urn:microsoft.com/office/officeart/2018/2/layout/IconLabelList"/>
    <dgm:cxn modelId="{C6FFEB3A-B9D6-4DD5-BF31-4C5A7B7BD80F}" type="presParOf" srcId="{1627D7A0-C764-4481-817E-3EE0EA025B12}" destId="{181C608B-95A4-4D14-B2A2-611620445515}" srcOrd="1" destOrd="0" presId="urn:microsoft.com/office/officeart/2018/2/layout/IconLabelList"/>
    <dgm:cxn modelId="{DAD19C63-8B90-48BC-BFAF-4D162A6E3989}" type="presParOf" srcId="{1627D7A0-C764-4481-817E-3EE0EA025B12}" destId="{14CEE49C-9ACC-4E50-B2DF-FFB8889D8CBC}" srcOrd="2" destOrd="0" presId="urn:microsoft.com/office/officeart/2018/2/layout/IconLabelList"/>
    <dgm:cxn modelId="{2B2807D3-D83B-477D-BFAB-5C97EFDD74FA}" type="presParOf" srcId="{14CEE49C-9ACC-4E50-B2DF-FFB8889D8CBC}" destId="{03DBFD79-7D41-4775-B208-3E84072BEA61}" srcOrd="0" destOrd="0" presId="urn:microsoft.com/office/officeart/2018/2/layout/IconLabelList"/>
    <dgm:cxn modelId="{10C93E93-4679-4541-BB2A-50716608C279}" type="presParOf" srcId="{14CEE49C-9ACC-4E50-B2DF-FFB8889D8CBC}" destId="{E6486A2F-BF3F-48F2-BA55-DD96A6983507}" srcOrd="1" destOrd="0" presId="urn:microsoft.com/office/officeart/2018/2/layout/IconLabelList"/>
    <dgm:cxn modelId="{7DB43AC0-45E7-4963-9F80-342A98E9238E}" type="presParOf" srcId="{14CEE49C-9ACC-4E50-B2DF-FFB8889D8CBC}" destId="{A230C729-95DE-4F69-8F77-37E32B4FD5ED}" srcOrd="2" destOrd="0" presId="urn:microsoft.com/office/officeart/2018/2/layout/IconLabelList"/>
    <dgm:cxn modelId="{461E62F9-305E-4BAB-B1A1-4C131DE80BB8}" type="presParOf" srcId="{1627D7A0-C764-4481-817E-3EE0EA025B12}" destId="{C4AEAA86-1D0D-4418-9DB1-9B3B593A8018}" srcOrd="3" destOrd="0" presId="urn:microsoft.com/office/officeart/2018/2/layout/IconLabelList"/>
    <dgm:cxn modelId="{FE0381C1-7753-44AE-B5BC-CC4B698473C8}" type="presParOf" srcId="{1627D7A0-C764-4481-817E-3EE0EA025B12}" destId="{16A0C966-4F35-4256-9E15-5668826FA5D0}" srcOrd="4" destOrd="0" presId="urn:microsoft.com/office/officeart/2018/2/layout/IconLabelList"/>
    <dgm:cxn modelId="{5F5F7D20-71A5-4F75-95CC-FC51E48774FC}" type="presParOf" srcId="{16A0C966-4F35-4256-9E15-5668826FA5D0}" destId="{8B9C922F-9F91-4C26-A11A-D5D6405F8481}" srcOrd="0" destOrd="0" presId="urn:microsoft.com/office/officeart/2018/2/layout/IconLabelList"/>
    <dgm:cxn modelId="{11384675-D2C9-4E36-A287-5AD456C6B71E}" type="presParOf" srcId="{16A0C966-4F35-4256-9E15-5668826FA5D0}" destId="{7C7878EC-5040-4415-8C14-036FE4DBB7B9}" srcOrd="1" destOrd="0" presId="urn:microsoft.com/office/officeart/2018/2/layout/IconLabelList"/>
    <dgm:cxn modelId="{696770D1-F78F-47F2-AE4E-415064D67E06}" type="presParOf" srcId="{16A0C966-4F35-4256-9E15-5668826FA5D0}" destId="{0E4C8612-7C68-455B-AF40-25E6134AD387}" srcOrd="2" destOrd="0" presId="urn:microsoft.com/office/officeart/2018/2/layout/IconLabelList"/>
    <dgm:cxn modelId="{B426139B-A4C6-4E6D-9785-6F4E949BCF59}" type="presParOf" srcId="{1627D7A0-C764-4481-817E-3EE0EA025B12}" destId="{9CA27E3C-E8E4-4949-86F4-22979C799166}" srcOrd="5" destOrd="0" presId="urn:microsoft.com/office/officeart/2018/2/layout/IconLabelList"/>
    <dgm:cxn modelId="{9DC0FB2C-6D5A-49F1-8BAF-4037C55A5A8C}" type="presParOf" srcId="{1627D7A0-C764-4481-817E-3EE0EA025B12}" destId="{5203D81C-ACD6-4646-B54F-9295A7EDBD61}" srcOrd="6" destOrd="0" presId="urn:microsoft.com/office/officeart/2018/2/layout/IconLabelList"/>
    <dgm:cxn modelId="{083DFFFB-87D4-4067-A41D-81E71C6D4BEA}" type="presParOf" srcId="{5203D81C-ACD6-4646-B54F-9295A7EDBD61}" destId="{A4B49936-E8F0-4E40-94F1-B5EC6CD33404}" srcOrd="0" destOrd="0" presId="urn:microsoft.com/office/officeart/2018/2/layout/IconLabelList"/>
    <dgm:cxn modelId="{8859F56E-A5DA-4BAD-956A-020E5500C091}" type="presParOf" srcId="{5203D81C-ACD6-4646-B54F-9295A7EDBD61}" destId="{BB8424C3-31FE-4D5D-931D-C07B1500085C}" srcOrd="1" destOrd="0" presId="urn:microsoft.com/office/officeart/2018/2/layout/IconLabelList"/>
    <dgm:cxn modelId="{D0E2483E-D2AF-43AB-862F-76073A0C2E19}" type="presParOf" srcId="{5203D81C-ACD6-4646-B54F-9295A7EDBD61}" destId="{B716E283-D9E5-46B4-9112-59080FE435C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5C881-5C43-40F5-A25D-1BC67DB6CAEA}">
      <dsp:nvSpPr>
        <dsp:cNvPr id="0" name=""/>
        <dsp:cNvSpPr/>
      </dsp:nvSpPr>
      <dsp:spPr>
        <a:xfrm>
          <a:off x="413916" y="173211"/>
          <a:ext cx="613828" cy="6138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5475BE2-3E3C-435A-8F20-3D1D51E01E76}">
      <dsp:nvSpPr>
        <dsp:cNvPr id="0" name=""/>
        <dsp:cNvSpPr/>
      </dsp:nvSpPr>
      <dsp:spPr>
        <a:xfrm>
          <a:off x="38798" y="992017"/>
          <a:ext cx="1364062" cy="54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FPGA = Field-Programmable Gate Array.</a:t>
          </a:r>
          <a:endParaRPr lang="en-US" sz="1100" kern="1200"/>
        </a:p>
      </dsp:txBody>
      <dsp:txXfrm>
        <a:off x="38798" y="992017"/>
        <a:ext cx="1364062" cy="545625"/>
      </dsp:txXfrm>
    </dsp:sp>
    <dsp:sp modelId="{03DBFD79-7D41-4775-B208-3E84072BEA61}">
      <dsp:nvSpPr>
        <dsp:cNvPr id="0" name=""/>
        <dsp:cNvSpPr/>
      </dsp:nvSpPr>
      <dsp:spPr>
        <a:xfrm>
          <a:off x="2016689" y="173211"/>
          <a:ext cx="613828" cy="6138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230C729-95DE-4F69-8F77-37E32B4FD5ED}">
      <dsp:nvSpPr>
        <dsp:cNvPr id="0" name=""/>
        <dsp:cNvSpPr/>
      </dsp:nvSpPr>
      <dsp:spPr>
        <a:xfrm>
          <a:off x="1641572" y="992017"/>
          <a:ext cx="1364062" cy="54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A CPU is like one fast chef doing steps in order.</a:t>
          </a:r>
          <a:endParaRPr lang="en-US" sz="1100" kern="1200"/>
        </a:p>
      </dsp:txBody>
      <dsp:txXfrm>
        <a:off x="1641572" y="992017"/>
        <a:ext cx="1364062" cy="545625"/>
      </dsp:txXfrm>
    </dsp:sp>
    <dsp:sp modelId="{8B9C922F-9F91-4C26-A11A-D5D6405F8481}">
      <dsp:nvSpPr>
        <dsp:cNvPr id="0" name=""/>
        <dsp:cNvSpPr/>
      </dsp:nvSpPr>
      <dsp:spPr>
        <a:xfrm>
          <a:off x="3619462" y="173211"/>
          <a:ext cx="613828" cy="6138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4C8612-7C68-455B-AF40-25E6134AD387}">
      <dsp:nvSpPr>
        <dsp:cNvPr id="0" name=""/>
        <dsp:cNvSpPr/>
      </dsp:nvSpPr>
      <dsp:spPr>
        <a:xfrm>
          <a:off x="3244345" y="992017"/>
          <a:ext cx="1364062" cy="54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An FPGA is a box of LEGO for circuits — build many parallel workers.</a:t>
          </a:r>
          <a:endParaRPr lang="en-US" sz="1100" kern="1200"/>
        </a:p>
      </dsp:txBody>
      <dsp:txXfrm>
        <a:off x="3244345" y="992017"/>
        <a:ext cx="1364062" cy="545625"/>
      </dsp:txXfrm>
    </dsp:sp>
    <dsp:sp modelId="{A4B49936-E8F0-4E40-94F1-B5EC6CD33404}">
      <dsp:nvSpPr>
        <dsp:cNvPr id="0" name=""/>
        <dsp:cNvSpPr/>
      </dsp:nvSpPr>
      <dsp:spPr>
        <a:xfrm>
          <a:off x="2016689" y="1878657"/>
          <a:ext cx="613828" cy="6138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716E283-D9E5-46B4-9112-59080FE435C2}">
      <dsp:nvSpPr>
        <dsp:cNvPr id="0" name=""/>
        <dsp:cNvSpPr/>
      </dsp:nvSpPr>
      <dsp:spPr>
        <a:xfrm>
          <a:off x="1641572" y="2697463"/>
          <a:ext cx="1364062" cy="545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"Field-programmable" = rebuild it anytime, even inside your board.</a:t>
          </a:r>
          <a:endParaRPr lang="en-US" sz="1100" kern="1200"/>
        </a:p>
      </dsp:txBody>
      <dsp:txXfrm>
        <a:off x="1641572" y="2697463"/>
        <a:ext cx="1364062" cy="54562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7/22/2026 11:30 AM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7/22/2026 11:26 AM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125334106"/>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62266250"/>
      </p:ext>
    </p:extLst>
  </p:cSld>
  <p:clrMapOvr>
    <a:masterClrMapping/>
  </p:clrMapOvr>
  <p:transition>
    <p:fade/>
  </p:transition>
  <p:extLst>
    <p:ext uri="{DCECCB84-F9BA-43D5-87BE-67443E8EF086}">
      <p15:sldGuideLst xmlns:p15="http://schemas.microsoft.com/office/powerpoint/2012/main">
        <p15:guide id="3" orient="horz" pos="903">
          <p15:clr>
            <a:srgbClr val="5ACBF0"/>
          </p15:clr>
        </p15:guide>
        <p15:guide id="4" pos="3659">
          <p15:clr>
            <a:srgbClr val="5ACBF0"/>
          </p15:clr>
        </p15:guide>
        <p15:guide id="5" pos="402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_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319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2577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25937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234947364"/>
      </p:ext>
    </p:extLst>
  </p:cSld>
  <p:clrMapOvr>
    <a:masterClrMapping/>
  </p:clrMapOvr>
  <p:transition>
    <p:fade/>
  </p:transition>
  <p:extLst>
    <p:ext uri="{DCECCB84-F9BA-43D5-87BE-67443E8EF086}">
      <p15:sldGuideLst xmlns:p15="http://schemas.microsoft.com/office/powerpoint/2012/main">
        <p15:guide id="2" orient="horz" pos="90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193517376"/>
      </p:ext>
    </p:extLst>
  </p:cSld>
  <p:clrMapOvr>
    <a:masterClrMapping/>
  </p:clrMapOvr>
  <p:transition>
    <p:fade/>
  </p:transition>
  <p:extLst>
    <p:ext uri="{DCECCB84-F9BA-43D5-87BE-67443E8EF086}">
      <p15:sldGuideLst xmlns:p15="http://schemas.microsoft.com/office/powerpoint/2012/main">
        <p15:guide id="3" orient="horz" pos="904">
          <p15:clr>
            <a:srgbClr val="5ACBF0"/>
          </p15:clr>
        </p15:guide>
        <p15:guide id="4" pos="3659">
          <p15:clr>
            <a:srgbClr val="5ACBF0"/>
          </p15:clr>
        </p15:guide>
        <p15:guide id="5" pos="402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dirty="0"/>
          </a:p>
        </p:txBody>
      </p:sp>
    </p:spTree>
    <p:extLst>
      <p:ext uri="{BB962C8B-B14F-4D97-AF65-F5344CB8AC3E}">
        <p14:creationId xmlns:p14="http://schemas.microsoft.com/office/powerpoint/2010/main" val="21563731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p15:clr>
            <a:srgbClr val="5ACBF0"/>
          </p15:clr>
        </p15:guide>
        <p15:guide id="29" orient="horz" pos="232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94609096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2031990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51542424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p15:clr>
            <a:srgbClr val="5ACBF0"/>
          </p15:clr>
        </p15:guide>
        <p15:guide id="8" orient="horz" pos="3648">
          <p15:clr>
            <a:srgbClr val="5ACBF0"/>
          </p15:clr>
        </p15:guide>
        <p15:guide id="10" pos="3720">
          <p15:clr>
            <a:srgbClr val="C35EA4"/>
          </p15:clr>
        </p15:guide>
        <p15:guide id="11" pos="2993">
          <p15:clr>
            <a:srgbClr val="5ACBF0"/>
          </p15:clr>
        </p15:guide>
        <p15:guide id="12" pos="3552">
          <p15:clr>
            <a:srgbClr val="A4A3A4"/>
          </p15:clr>
        </p15:guide>
        <p15:guide id="14" orient="horz" pos="144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33964634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558682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51285692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3733099"/>
      </p:ext>
    </p:extLst>
  </p:cSld>
  <p:clrMapOvr>
    <a:masterClrMapping/>
  </p:clrMapOvr>
  <p:transition>
    <p:fade/>
  </p:transition>
  <p:extLst>
    <p:ext uri="{DCECCB84-F9BA-43D5-87BE-67443E8EF086}">
      <p15:sldGuideLst xmlns:p15="http://schemas.microsoft.com/office/powerpoint/2012/main">
        <p15:guide id="3" orient="horz" pos="3456">
          <p15:clr>
            <a:srgbClr val="5ACBF0"/>
          </p15:clr>
        </p15:guide>
        <p15:guide id="6" pos="3749">
          <p15:clr>
            <a:srgbClr val="5ACBF0"/>
          </p15:clr>
        </p15:guide>
        <p15:guide id="7" pos="3931">
          <p15:clr>
            <a:srgbClr val="5ACBF0"/>
          </p15:clr>
        </p15:guide>
        <p15:guide id="8" orient="horz" pos="1139">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970316311"/>
      </p:ext>
    </p:extLst>
  </p:cSld>
  <p:clrMapOvr>
    <a:masterClrMapping/>
  </p:clrMapOvr>
  <p:transition>
    <p:fade/>
  </p:transition>
  <p:extLst>
    <p:ext uri="{DCECCB84-F9BA-43D5-87BE-67443E8EF086}">
      <p15:sldGuideLst xmlns:p15="http://schemas.microsoft.com/office/powerpoint/2012/main">
        <p15:guide id="3" orient="horz" pos="3456">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447675708"/>
      </p:ext>
    </p:extLst>
  </p:cSld>
  <p:clrMapOvr>
    <a:masterClrMapping/>
  </p:clrMapOvr>
  <p:transition>
    <p:fade/>
  </p:transition>
  <p:extLst>
    <p:ext uri="{DCECCB84-F9BA-43D5-87BE-67443E8EF086}">
      <p15:sldGuideLst xmlns:p15="http://schemas.microsoft.com/office/powerpoint/2012/main">
        <p15:guide id="3" orient="horz" pos="3612">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p15:clr>
            <a:srgbClr val="5ACBF0"/>
          </p15:clr>
        </p15:guide>
        <p15:guide id="11" orient="horz" pos="127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06434803"/>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47156608"/>
      </p:ext>
    </p:extLst>
  </p:cSld>
  <p:clrMapOvr>
    <a:masterClrMapping/>
  </p:clrMapOvr>
  <p:transition>
    <p:fade/>
  </p:transition>
  <p:extLst>
    <p:ext uri="{DCECCB84-F9BA-43D5-87BE-67443E8EF086}">
      <p15:sldGuideLst xmlns:p15="http://schemas.microsoft.com/office/powerpoint/2012/main">
        <p15:guide id="3" orient="horz" pos="285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6437236"/>
      </p:ext>
    </p:extLst>
  </p:cSld>
  <p:clrMapOvr>
    <a:masterClrMapping/>
  </p:clrMapOvr>
  <p:transition>
    <p:fade/>
  </p:transition>
  <p:extLst>
    <p:ext uri="{DCECCB84-F9BA-43D5-87BE-67443E8EF086}">
      <p15:sldGuideLst xmlns:p15="http://schemas.microsoft.com/office/powerpoint/2012/main">
        <p15:guide id="3" orient="horz" pos="3702">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p15:clr>
            <a:srgbClr val="5ACBF0"/>
          </p15:clr>
        </p15:guide>
        <p15:guide id="11" orient="horz" pos="245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28310101"/>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32309831"/>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29066308"/>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268136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459607498"/>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43427808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841630195"/>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3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spTree>
    <p:extLst>
      <p:ext uri="{BB962C8B-B14F-4D97-AF65-F5344CB8AC3E}">
        <p14:creationId xmlns:p14="http://schemas.microsoft.com/office/powerpoint/2010/main" val="184886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267965351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872458214"/>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060964243"/>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5911811"/>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2_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2171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2_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80263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391766372"/>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9000684"/>
      </p:ext>
    </p:extLst>
  </p:cSld>
  <p:clrMapOvr>
    <a:masterClrMapping/>
  </p:clrMapOvr>
  <p:transition>
    <p:fade/>
  </p:transition>
  <p:extLst>
    <p:ext uri="{DCECCB84-F9BA-43D5-87BE-67443E8EF086}">
      <p15:sldGuideLst xmlns:p15="http://schemas.microsoft.com/office/powerpoint/2012/main">
        <p15:guide id="2" orient="horz" pos="903">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284086749"/>
      </p:ext>
    </p:extLst>
  </p:cSld>
  <p:clrMapOvr>
    <a:masterClrMapping/>
  </p:clrMapOvr>
  <p:transition>
    <p:fade/>
  </p:transition>
  <p:extLst>
    <p:ext uri="{DCECCB84-F9BA-43D5-87BE-67443E8EF086}">
      <p15:sldGuideLst xmlns:p15="http://schemas.microsoft.com/office/powerpoint/2012/main">
        <p15:guide id="3" orient="horz" pos="903">
          <p15:clr>
            <a:srgbClr val="5ACBF0"/>
          </p15:clr>
        </p15:guide>
        <p15:guide id="4" pos="3659">
          <p15:clr>
            <a:srgbClr val="5ACBF0"/>
          </p15:clr>
        </p15:guide>
        <p15:guide id="5" pos="4021">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_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93010841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95565634"/>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27920170"/>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373012354"/>
      </p:ext>
    </p:extLst>
  </p:cSld>
  <p:clrMapOvr>
    <a:masterClrMapping/>
  </p:clrMapOvr>
  <p:hf hd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2757639727"/>
      </p:ext>
    </p:extLst>
  </p:cSld>
  <p:clrMapOvr>
    <a:masterClrMapping/>
  </p:clrMapOvr>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038315175"/>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AD1C74-456B-4078-882E-6AEE09525EEB}"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713602130"/>
      </p:ext>
    </p:extLst>
  </p:cSld>
  <p:clrMapOvr>
    <a:masterClrMapping/>
  </p:clrMapOvr>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AD1C74-456B-4078-882E-6AEE09525EEB}"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2584112511"/>
      </p:ext>
    </p:extLst>
  </p:cSld>
  <p:clrMapOvr>
    <a:masterClrMapping/>
  </p:clrMapOvr>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AD1C74-456B-4078-882E-6AEE09525EEB}"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678127-4E68-4F51-BA0D-F5F995F2FDA8}" type="slidenum">
              <a:rPr lang="en-US" smtClean="0"/>
              <a:t>‹#›</a:t>
            </a:fld>
            <a:endParaRPr lang="en-US"/>
          </a:p>
        </p:txBody>
      </p:sp>
      <p:pic>
        <p:nvPicPr>
          <p:cNvPr id="2" name="Picture 1" descr="A picture containing text, clipart&#10;&#10;Description automatically generated">
            <a:extLst>
              <a:ext uri="{FF2B5EF4-FFF2-40B4-BE49-F238E27FC236}">
                <a16:creationId xmlns:a16="http://schemas.microsoft.com/office/drawing/2014/main" id="{D619EC88-7835-C592-BDB3-236174577B3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447042493"/>
      </p:ext>
    </p:extLst>
  </p:cSld>
  <p:clrMapOvr>
    <a:masterClrMapping/>
  </p:clrMapOvr>
  <p:transition>
    <p:fade/>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AD1C74-456B-4078-882E-6AEE09525EEB}"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2836929759"/>
      </p:ext>
    </p:extLst>
  </p:cSld>
  <p:clrMapOvr>
    <a:masterClrMapping/>
  </p:clrMapOvr>
  <p:transition>
    <p:fade/>
  </p:transition>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AD1C74-456B-4078-882E-6AEE09525EEB}"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3146562681"/>
      </p:ext>
    </p:extLst>
  </p:cSld>
  <p:clrMapOvr>
    <a:masterClrMapping/>
  </p:clrMapOvr>
  <p:hf hdr="0" dt="0"/>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AD1C74-456B-4078-882E-6AEE09525EEB}"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4122701017"/>
      </p:ext>
    </p:extLst>
  </p:cSld>
  <p:clrMapOvr>
    <a:masterClrMapping/>
  </p:clrMapOvr>
  <p:hf hd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AD1C74-456B-4078-882E-6AEE09525EEB}"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568556810"/>
      </p:ext>
    </p:extLst>
  </p:cSld>
  <p:clrMapOvr>
    <a:masterClrMapping/>
  </p:clrMapOvr>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570231875"/>
      </p:ext>
    </p:extLst>
  </p:cSld>
  <p:clrMapOvr>
    <a:masterClrMapping/>
  </p:clrMapOvr>
  <p:hf hdr="0" dt="0"/>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866168468"/>
      </p:ext>
    </p:extLst>
  </p:cSld>
  <p:clrMapOvr>
    <a:masterClrMapping/>
  </p:clrMapOvr>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2082072082"/>
      </p:ext>
    </p:extLst>
  </p:cSld>
  <p:clrMapOvr>
    <a:masterClrMapping/>
  </p:clrMapOvr>
  <p:hf hd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AD1C74-456B-4078-882E-6AEE09525EEB}"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3740652145"/>
      </p:ext>
    </p:extLst>
  </p:cSld>
  <p:clrMapOvr>
    <a:masterClrMapping/>
  </p:clrMapOvr>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AD1C74-456B-4078-882E-6AEE09525EEB}" type="datetimeFigureOut">
              <a:rPr lang="en-US" smtClean="0"/>
              <a:t>7/22/2026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3844322576"/>
      </p:ext>
    </p:extLst>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1879021294"/>
      </p:ext>
    </p:extLst>
  </p:cSld>
  <p:clrMapOvr>
    <a:masterClrMapping/>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7AD1C74-456B-4078-882E-6AEE09525EEB}"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5678127-4E68-4F51-BA0D-F5F995F2FDA8}" type="slidenum">
              <a:rPr lang="en-US" smtClean="0"/>
              <a:t>‹#›</a:t>
            </a:fld>
            <a:endParaRPr lang="en-US"/>
          </a:p>
        </p:txBody>
      </p:sp>
    </p:spTree>
    <p:extLst>
      <p:ext uri="{BB962C8B-B14F-4D97-AF65-F5344CB8AC3E}">
        <p14:creationId xmlns:p14="http://schemas.microsoft.com/office/powerpoint/2010/main" val="4198201126"/>
      </p:ext>
    </p:extLst>
  </p:cSld>
  <p:clrMapOvr>
    <a:masterClrMapping/>
  </p:clrMapOvr>
  <p:hf hdr="0" dt="0"/>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38632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hf hdr="0"/>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650791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888409950"/>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817478234"/>
      </p:ext>
    </p:extLst>
  </p:cSld>
  <p:clrMapOvr>
    <a:masterClrMapping/>
  </p:clrMapOvr>
  <p:transition>
    <p:fade/>
  </p:transition>
  <p:extLst>
    <p:ext uri="{DCECCB84-F9BA-43D5-87BE-67443E8EF086}">
      <p15:sldGuideLst xmlns:p15="http://schemas.microsoft.com/office/powerpoint/2012/main">
        <p15:guide id="2" orient="horz" pos="90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57289949"/>
      </p:ext>
    </p:extLst>
  </p:cSld>
  <p:clrMapOvr>
    <a:masterClrMapping/>
  </p:clrMapOvr>
  <p:transition>
    <p:fade/>
  </p:transition>
  <p:extLst>
    <p:ext uri="{DCECCB84-F9BA-43D5-87BE-67443E8EF086}">
      <p15:sldGuideLst xmlns:p15="http://schemas.microsoft.com/office/powerpoint/2012/main">
        <p15:guide id="3" orient="horz" pos="903">
          <p15:clr>
            <a:srgbClr val="5ACBF0"/>
          </p15:clr>
        </p15:guide>
        <p15:guide id="4" pos="3659">
          <p15:clr>
            <a:srgbClr val="5ACBF0"/>
          </p15:clr>
        </p15:guide>
        <p15:guide id="5" pos="402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2868341110"/>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841461023"/>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941516087"/>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826086346"/>
      </p:ext>
    </p:extLst>
  </p:cSld>
  <p:clrMapOvr>
    <a:masterClrMapping/>
  </p:clrMapOvr>
  <p:transition>
    <p:fade/>
  </p:transition>
  <p:extLst>
    <p:ext uri="{DCECCB84-F9BA-43D5-87BE-67443E8EF086}">
      <p15:sldGuideLst xmlns:p15="http://schemas.microsoft.com/office/powerpoint/2012/main">
        <p15:guide id="5" orient="horz" pos="905">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3" Type="http://schemas.openxmlformats.org/officeDocument/2006/relationships/slideLayout" Target="../slideLayouts/slideLayout74.xml"/><Relationship Id="rId21" Type="http://schemas.openxmlformats.org/officeDocument/2006/relationships/slideLayout" Target="../slideLayouts/slideLayout92.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slideLayout" Target="../slideLayouts/slideLayout91.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image" Target="../media/image4.jpeg"/><Relationship Id="rId10" Type="http://schemas.openxmlformats.org/officeDocument/2006/relationships/slideLayout" Target="../slideLayouts/slideLayout81.xml"/><Relationship Id="rId19" Type="http://schemas.openxmlformats.org/officeDocument/2006/relationships/slideLayout" Target="../slideLayouts/slideLayout90.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7AA39678-0373-E913-4EFF-56B94FA89E41}"/>
              </a:ext>
            </a:extLst>
          </p:cNvPr>
          <p:cNvSpPr txBox="1"/>
          <p:nvPr userDrawn="1">
            <p:extLst>
              <p:ext uri="{1162E1C5-73C7-4A58-AE30-91384D911F3F}">
                <p184:classification xmlns:p184="http://schemas.microsoft.com/office/powerpoint/2018/4/main" val="hdr"/>
              </p:ext>
            </p:extLst>
          </p:nvPr>
        </p:nvSpPr>
        <p:spPr>
          <a:xfrm>
            <a:off x="63500" y="63500"/>
            <a:ext cx="371475"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Public</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 id="2147484974" r:id="rId32"/>
    <p:sldLayoutId id="2147484975" r:id="rId33"/>
    <p:sldLayoutId id="2147484945" r:id="rId34"/>
    <p:sldLayoutId id="2147484946" r:id="rId35"/>
    <p:sldLayoutId id="2147484947" r:id="rId36"/>
    <p:sldLayoutId id="2147484949" r:id="rId37"/>
    <p:sldLayoutId id="2147484951" r:id="rId38"/>
    <p:sldLayoutId id="2147484952" r:id="rId39"/>
    <p:sldLayoutId id="2147484953" r:id="rId40"/>
    <p:sldLayoutId id="2147484954" r:id="rId41"/>
    <p:sldLayoutId id="2147484955" r:id="rId42"/>
    <p:sldLayoutId id="2147484956" r:id="rId43"/>
    <p:sldLayoutId id="2147484957" r:id="rId44"/>
    <p:sldLayoutId id="2147484958" r:id="rId45"/>
    <p:sldLayoutId id="2147484959" r:id="rId46"/>
    <p:sldLayoutId id="2147484960" r:id="rId47"/>
    <p:sldLayoutId id="2147484961" r:id="rId48"/>
    <p:sldLayoutId id="2147484962" r:id="rId49"/>
    <p:sldLayoutId id="2147484963" r:id="rId50"/>
    <p:sldLayoutId id="2147484964" r:id="rId51"/>
    <p:sldLayoutId id="2147484965" r:id="rId52"/>
    <p:sldLayoutId id="2147484966" r:id="rId53"/>
    <p:sldLayoutId id="2147484967" r:id="rId54"/>
    <p:sldLayoutId id="2147484968" r:id="rId55"/>
    <p:sldLayoutId id="2147484969" r:id="rId56"/>
    <p:sldLayoutId id="2147484970" r:id="rId57"/>
    <p:sldLayoutId id="2147484971" r:id="rId58"/>
    <p:sldLayoutId id="2147484972" r:id="rId59"/>
    <p:sldLayoutId id="2147484973" r:id="rId60"/>
    <p:sldLayoutId id="2147485269" r:id="rId61"/>
    <p:sldLayoutId id="2147485270" r:id="rId62"/>
    <p:sldLayoutId id="2147485271" r:id="rId63"/>
    <p:sldLayoutId id="2147485260" r:id="rId64"/>
    <p:sldLayoutId id="2147485261" r:id="rId65"/>
    <p:sldLayoutId id="2147485262" r:id="rId66"/>
    <p:sldLayoutId id="2147485263" r:id="rId67"/>
    <p:sldLayoutId id="2147485264" r:id="rId68"/>
    <p:sldLayoutId id="2147485265" r:id="rId69"/>
    <p:sldLayoutId id="2147485216" r:id="rId70"/>
    <p:sldLayoutId id="2147485217" r:id="rId7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8">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7/22/2026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grpSp>
        <p:nvGrpSpPr>
          <p:cNvPr id="9" name="GRID" hidden="1">
            <a:extLst>
              <a:ext uri="{FF2B5EF4-FFF2-40B4-BE49-F238E27FC236}">
                <a16:creationId xmlns:a16="http://schemas.microsoft.com/office/drawing/2014/main" id="{3296E221-AD81-D470-01B6-2E0380991FA5}"/>
              </a:ext>
            </a:extLst>
          </p:cNvPr>
          <p:cNvGrpSpPr/>
          <p:nvPr userDrawn="1"/>
        </p:nvGrpSpPr>
        <p:grpSpPr>
          <a:xfrm>
            <a:off x="0" y="0"/>
            <a:ext cx="12192000" cy="6858000"/>
            <a:chOff x="0" y="0"/>
            <a:chExt cx="12192000" cy="6858000"/>
          </a:xfrm>
        </p:grpSpPr>
        <p:cxnSp>
          <p:nvCxnSpPr>
            <p:cNvPr id="10" name="Straight Connector 9">
              <a:extLst>
                <a:ext uri="{FF2B5EF4-FFF2-40B4-BE49-F238E27FC236}">
                  <a16:creationId xmlns:a16="http://schemas.microsoft.com/office/drawing/2014/main" id="{4179B350-9C23-3E99-1239-CA2FB3FA19B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52EEAC-EE1A-23F7-D419-24E3103BA367}"/>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E2389D2-CC0B-62A7-E654-2B2DFF8C7822}"/>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5683BAC-96C4-5D70-DE3E-BAA3EF51DB5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9342D3D-6FE7-7B97-EBD3-A2A569653F4E}"/>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B9128F-F28B-048B-CDDE-C15E900DB0E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C1648E2-44A6-2D53-91C4-D45CB68C18F3}"/>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3A69206-A26B-21D6-7168-37D3CB753B2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AC87111-01F3-D49E-B9A4-E5AFC663C177}"/>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12AD01A-B597-9B00-9857-2E0C0E921B9A}"/>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0975B7-6940-123C-C609-03D95C6DFE9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C626B8-0EFA-BCB0-D944-B25F1F2B6A00}"/>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020969F-6EAD-05CD-F1EA-1EA02318C4E0}"/>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6087ADA-47F0-8E1A-F40C-E6B052D0ADC6}"/>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E8CDA8E-E6E0-FC97-208A-4556F5FE2325}"/>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FD4FE7-567E-47D8-1D65-205C40C9D201}"/>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A556BC4-6D90-9BBB-8703-EE140891799A}"/>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D57224-AF3E-E9D7-39B4-65FF8ADBC91B}"/>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B9F1AD-60BD-DE58-38C8-CA46A075B588}"/>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8A1ABB8-FC04-14A8-EBF4-F0FDD2721A67}"/>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E0AE9BC-64C9-2C06-9A7E-8877B6A6DEAE}"/>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ED402D2-D217-D374-A028-8DCEEA2CA3FE}"/>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E122E-3E3F-8AE9-3026-99977947B203}"/>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405B50D-4B5A-774B-193B-2CE599BC141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76DAE61-B4C7-CA89-B40B-6766C8A98507}"/>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B565041-7053-6A02-7911-6F173102C578}"/>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763849B-DDB4-CD2C-EE06-9C6333BFDC1B}"/>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01FF227-D7E7-1A13-D50A-77C6DBCD27DD}"/>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A270F01-7CF6-E923-676F-5DE0FB0F1CAE}"/>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B7025E2-E642-5307-2A6B-01B097D6CAB8}"/>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4E8DA6C-B20F-9462-A28A-E9A7837C9C50}"/>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EFD8945-6B75-FA9B-433F-7E7F73B5375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54E62E9-A49C-3B63-92B2-2C2482E22F89}"/>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7DA28BF-89A5-487B-91EE-6BF17AB4388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3" name=".64 square" hidden="1">
            <a:extLst>
              <a:ext uri="{FF2B5EF4-FFF2-40B4-BE49-F238E27FC236}">
                <a16:creationId xmlns:a16="http://schemas.microsoft.com/office/drawing/2014/main" id="{9C5580EB-3405-FF20-7F13-E41CFFAB5DBB}"/>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4" name=".32 square" hidden="1">
            <a:extLst>
              <a:ext uri="{FF2B5EF4-FFF2-40B4-BE49-F238E27FC236}">
                <a16:creationId xmlns:a16="http://schemas.microsoft.com/office/drawing/2014/main" id="{765D8C1E-FAE5-E33D-4D39-1F4E25BA26C7}"/>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5" name="TextBox 54">
            <a:extLst>
              <a:ext uri="{FF2B5EF4-FFF2-40B4-BE49-F238E27FC236}">
                <a16:creationId xmlns:a16="http://schemas.microsoft.com/office/drawing/2014/main" id="{51494EA9-2FBF-C6FB-DE96-4DD2E766EC6F}"/>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4017CA17-5134-AFD5-DBA9-7714BDFE9704}"/>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7" name="Rectangle 56" descr="{&quot;templafy&quot;:{&quot;binding&quot;:&quot;{{Form.Footer}}&quot;,&quot;type&quot;:&quot;text&quot;}}">
            <a:extLst>
              <a:ext uri="{FF2B5EF4-FFF2-40B4-BE49-F238E27FC236}">
                <a16:creationId xmlns:a16="http://schemas.microsoft.com/office/drawing/2014/main" id="{D25FD044-3248-494E-D6C1-6F83CB36C56B}"/>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58" name="TextBox 57">
            <a:extLst>
              <a:ext uri="{FF2B5EF4-FFF2-40B4-BE49-F238E27FC236}">
                <a16:creationId xmlns:a16="http://schemas.microsoft.com/office/drawing/2014/main" id="{58F46B06-2AED-D584-87D4-BA20AEC9CEED}"/>
              </a:ext>
            </a:extLst>
          </p:cNvPr>
          <p:cNvSpPr txBox="1"/>
          <p:nvPr userDrawn="1">
            <p:extLst>
              <p:ext uri="{1162E1C5-73C7-4A58-AE30-91384D911F3F}">
                <p184:classification xmlns:p184="http://schemas.microsoft.com/office/powerpoint/2018/4/main" val="hdr"/>
              </p:ext>
            </p:extLst>
          </p:nvPr>
        </p:nvSpPr>
        <p:spPr>
          <a:xfrm>
            <a:off x="63500" y="63500"/>
            <a:ext cx="371475"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Public</a:t>
            </a:r>
          </a:p>
        </p:txBody>
      </p:sp>
    </p:spTree>
    <p:extLst>
      <p:ext uri="{BB962C8B-B14F-4D97-AF65-F5344CB8AC3E}">
        <p14:creationId xmlns:p14="http://schemas.microsoft.com/office/powerpoint/2010/main" val="4241386745"/>
      </p:ext>
    </p:extLst>
  </p:cSld>
  <p:clrMap bg1="lt1" tx1="dk1" bg2="lt2" tx2="dk2" accent1="accent1" accent2="accent2" accent3="accent3" accent4="accent4" accent5="accent5" accent6="accent6" hlink="hlink" folHlink="folHlink"/>
  <p:sldLayoutIdLst>
    <p:sldLayoutId id="2147485321" r:id="rId1"/>
    <p:sldLayoutId id="2147485322" r:id="rId2"/>
    <p:sldLayoutId id="2147485323" r:id="rId3"/>
    <p:sldLayoutId id="2147485324" r:id="rId4"/>
    <p:sldLayoutId id="2147485325" r:id="rId5"/>
    <p:sldLayoutId id="2147485326" r:id="rId6"/>
    <p:sldLayoutId id="2147485327" r:id="rId7"/>
    <p:sldLayoutId id="2147485328" r:id="rId8"/>
    <p:sldLayoutId id="2147485329" r:id="rId9"/>
    <p:sldLayoutId id="2147485330" r:id="rId10"/>
    <p:sldLayoutId id="2147485331" r:id="rId11"/>
    <p:sldLayoutId id="2147485332" r:id="rId12"/>
    <p:sldLayoutId id="2147485333" r:id="rId13"/>
    <p:sldLayoutId id="2147485334" r:id="rId14"/>
    <p:sldLayoutId id="2147485335" r:id="rId15"/>
    <p:sldLayoutId id="2147485336" r:id="rId16"/>
    <p:sldLayoutId id="2147485337" r:id="rId17"/>
    <p:sldLayoutId id="2147485338" r:id="rId18"/>
    <p:sldLayoutId id="2147485339" r:id="rId19"/>
    <p:sldLayoutId id="2147485340" r:id="rId20"/>
    <p:sldLayoutId id="2147485341" r:id="rId21"/>
    <p:sldLayoutId id="2147485342" r:id="rId22"/>
    <p:sldLayoutId id="2147485343" r:id="rId23"/>
    <p:sldLayoutId id="2147485317" r:id="rId24"/>
    <p:sldLayoutId id="2147485318" r:id="rId25"/>
    <p:sldLayoutId id="2147485319" r:id="rId26"/>
  </p:sldLayoutIdLst>
  <p:transition>
    <p:fade/>
  </p:transition>
  <p:hf hd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68" userDrawn="1">
          <p15:clr>
            <a:srgbClr val="C35EA4"/>
          </p15:clr>
        </p15:guide>
        <p15:guide id="2" pos="7313" userDrawn="1">
          <p15:clr>
            <a:srgbClr val="C35EA4"/>
          </p15:clr>
        </p15:guide>
        <p15:guide id="3" orient="horz" pos="369" userDrawn="1">
          <p15:clr>
            <a:srgbClr val="C35EA4"/>
          </p15:clr>
        </p15:guide>
        <p15:guide id="4" orient="horz" pos="3949" userDrawn="1">
          <p15:clr>
            <a:srgbClr val="C35EA4"/>
          </p15:clr>
        </p15:guide>
        <p15:guide id="5" orient="horz" pos="184" userDrawn="1">
          <p15:clr>
            <a:srgbClr val="A4A3A4"/>
          </p15:clr>
        </p15:guide>
        <p15:guide id="6" pos="185" userDrawn="1">
          <p15:clr>
            <a:srgbClr val="A4A3A4"/>
          </p15:clr>
        </p15:guide>
        <p15:guide id="7" orient="horz" pos="4135" userDrawn="1">
          <p15:clr>
            <a:srgbClr val="A4A3A4"/>
          </p15:clr>
        </p15:guide>
        <p15:guide id="8"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91.xml"/><Relationship Id="rId2" Type="http://schemas.openxmlformats.org/officeDocument/2006/relationships/customXml" Target="../../customXml/item21.xml"/><Relationship Id="rId1" Type="http://schemas.openxmlformats.org/officeDocument/2006/relationships/customXml" Target="../../customXml/item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92.xml"/><Relationship Id="rId2" Type="http://schemas.openxmlformats.org/officeDocument/2006/relationships/customXml" Target="../../customXml/item13.xml"/><Relationship Id="rId1" Type="http://schemas.openxmlformats.org/officeDocument/2006/relationships/customXml" Target="../../customXml/item10.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customXml" Target="../../customXml/item2.xml"/><Relationship Id="rId1" Type="http://schemas.openxmlformats.org/officeDocument/2006/relationships/customXml" Target="../../customXml/item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customXml" Target="../../customXml/item11.xml"/><Relationship Id="rId1" Type="http://schemas.openxmlformats.org/officeDocument/2006/relationships/customXml" Target="../../customXml/item1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customXml" Target="../../customXml/item4.xml"/><Relationship Id="rId1" Type="http://schemas.openxmlformats.org/officeDocument/2006/relationships/customXml" Target="../../customXml/item1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customXml" Target="../../customXml/item15.xml"/><Relationship Id="rId1" Type="http://schemas.openxmlformats.org/officeDocument/2006/relationships/customXml" Target="../../customXml/item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4" name="Rectangle 13">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D22D1B95-2B54-43E9-85D9-B489F6C5D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8" name="Freeform 5">
            <a:extLst>
              <a:ext uri="{FF2B5EF4-FFF2-40B4-BE49-F238E27FC236}">
                <a16:creationId xmlns:a16="http://schemas.microsoft.com/office/drawing/2014/main" id="{7D0F3F6D-A49D-4406-8D61-1C4F8D792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D953A318-DA8D-4405-9536-D889E45C5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2" name="Rectangle 21">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92D4D9CA-F34A-7824-0DAE-1C328DB20EF9}"/>
              </a:ext>
            </a:extLst>
          </p:cNvPr>
          <p:cNvSpPr>
            <a:spLocks noGrp="1"/>
          </p:cNvSpPr>
          <p:nvPr>
            <p:ph type="title"/>
          </p:nvPr>
        </p:nvSpPr>
        <p:spPr>
          <a:xfrm>
            <a:off x="1683171" y="1143000"/>
            <a:ext cx="8825658" cy="3389217"/>
          </a:xfrm>
        </p:spPr>
        <p:txBody>
          <a:bodyPr vert="horz" lIns="91440" tIns="45720" rIns="91440" bIns="45720" rtlCol="0" anchor="ctr">
            <a:normAutofit/>
          </a:bodyPr>
          <a:lstStyle/>
          <a:p>
            <a:pPr algn="ctr"/>
            <a:r>
              <a:rPr lang="en-US" sz="6600">
                <a:solidFill>
                  <a:srgbClr val="FFFFFF"/>
                </a:solidFill>
                <a:cs typeface="+mj-cs"/>
              </a:rPr>
              <a:t>PYNQ101 – Intro to PYNQ</a:t>
            </a:r>
          </a:p>
        </p:txBody>
      </p:sp>
      <p:sp>
        <p:nvSpPr>
          <p:cNvPr id="5" name="Text Placeholder 4">
            <a:extLst>
              <a:ext uri="{FF2B5EF4-FFF2-40B4-BE49-F238E27FC236}">
                <a16:creationId xmlns:a16="http://schemas.microsoft.com/office/drawing/2014/main" id="{45B439E4-7F4F-D558-D4BA-B20CC0A9D311}"/>
              </a:ext>
            </a:extLst>
          </p:cNvPr>
          <p:cNvSpPr>
            <a:spLocks noGrp="1"/>
          </p:cNvSpPr>
          <p:nvPr>
            <p:ph type="body" sz="quarter" idx="12"/>
          </p:nvPr>
        </p:nvSpPr>
        <p:spPr>
          <a:xfrm>
            <a:off x="1683171" y="5240851"/>
            <a:ext cx="8825658" cy="828932"/>
          </a:xfrm>
        </p:spPr>
        <p:txBody>
          <a:bodyPr vert="horz" lIns="91440" tIns="45720" rIns="91440" bIns="45720" rtlCol="0" anchor="t">
            <a:normAutofit/>
          </a:bodyPr>
          <a:lstStyle/>
          <a:p>
            <a:pPr algn="ctr">
              <a:spcBef>
                <a:spcPts val="1000"/>
              </a:spcBef>
            </a:pPr>
            <a:r>
              <a:rPr lang="en-US" sz="2400" b="0" cap="all">
                <a:solidFill>
                  <a:schemeClr val="tx2"/>
                </a:solidFill>
                <a:cs typeface="+mn-cs"/>
              </a:rPr>
              <a:t>Presented By: Noah Garcia</a:t>
            </a:r>
          </a:p>
        </p:txBody>
      </p:sp>
    </p:spTree>
    <p:extLst>
      <p:ext uri="{BB962C8B-B14F-4D97-AF65-F5344CB8AC3E}">
        <p14:creationId xmlns:p14="http://schemas.microsoft.com/office/powerpoint/2010/main" val="285906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537F95AC-6E89-A714-B646-AC564ECBC63E}"/>
              </a:ext>
            </a:extLst>
          </p:cNvPr>
          <p:cNvPicPr>
            <a:picLocks noGrp="1" noChangeAspect="1"/>
          </p:cNvPicPr>
          <p:nvPr>
            <p:ph type="pic" sz="quarter" idx="11"/>
          </p:nvPr>
        </p:nvPicPr>
        <p:blipFill>
          <a:blip r:embed="rId2"/>
          <a:srcRect l="3006" r="17148"/>
          <a:stretch>
            <a:fillRect/>
          </a:stretch>
        </p:blipFill>
        <p:spPr>
          <a:xfrm>
            <a:off x="5709920" y="0"/>
            <a:ext cx="6482080" cy="6858000"/>
          </a:xfrm>
          <a:prstGeom prst="rect">
            <a:avLst/>
          </a:prstGeom>
        </p:spPr>
      </p:pic>
      <p:sp>
        <p:nvSpPr>
          <p:cNvPr id="3" name="Title 2">
            <a:extLst>
              <a:ext uri="{FF2B5EF4-FFF2-40B4-BE49-F238E27FC236}">
                <a16:creationId xmlns:a16="http://schemas.microsoft.com/office/drawing/2014/main" id="{D409DD41-530E-20AD-21F8-1984091CEF2B}"/>
              </a:ext>
            </a:extLst>
          </p:cNvPr>
          <p:cNvSpPr>
            <a:spLocks noGrp="1"/>
          </p:cNvSpPr>
          <p:nvPr>
            <p:ph type="title"/>
          </p:nvPr>
        </p:nvSpPr>
        <p:spPr>
          <a:xfrm>
            <a:off x="584200" y="3059864"/>
            <a:ext cx="5510213" cy="473912"/>
          </a:xfrm>
        </p:spPr>
        <p:txBody>
          <a:bodyPr/>
          <a:lstStyle/>
          <a:p>
            <a:r>
              <a:rPr lang="en-US" dirty="0" err="1"/>
              <a:t>JupyterLab</a:t>
            </a:r>
            <a:endParaRPr lang="en-US" dirty="0"/>
          </a:p>
        </p:txBody>
      </p:sp>
    </p:spTree>
    <p:extLst>
      <p:ext uri="{BB962C8B-B14F-4D97-AF65-F5344CB8AC3E}">
        <p14:creationId xmlns:p14="http://schemas.microsoft.com/office/powerpoint/2010/main" val="217158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4="http://schemas.microsoft.com/office/drawing/2010/main" xmlns:a16="http://schemas.microsoft.com/office/drawing/2014/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p:txBody>
          <a:bodyPr/>
          <a:lstStyle/>
          <a:p>
            <a:r>
              <a:rPr lang="en-US" dirty="0"/>
              <a:t>Using </a:t>
            </a:r>
            <a:r>
              <a:rPr lang="en-US" dirty="0" err="1"/>
              <a:t>JupyterLab</a:t>
            </a:r>
            <a:endParaRPr lang="en-US" dirty="0"/>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4200" y="2367280"/>
            <a:ext cx="11018838" cy="3901758"/>
          </a:xfrm>
        </p:spPr>
        <p:txBody>
          <a:bodyPr/>
          <a:lstStyle/>
          <a:p>
            <a:r>
              <a:rPr lang="en-US" dirty="0" err="1"/>
              <a:t>JupyterLab</a:t>
            </a:r>
            <a:r>
              <a:rPr lang="en-US" dirty="0"/>
              <a:t> is a cell-based GUI (graphical user interface) that allows you to develop and document code incrementally</a:t>
            </a:r>
          </a:p>
          <a:p>
            <a:pPr lvl="1"/>
            <a:r>
              <a:rPr lang="en-US" dirty="0"/>
              <a:t>It is super helpful for prototyping and developing programs</a:t>
            </a:r>
          </a:p>
          <a:p>
            <a:pPr lvl="1"/>
            <a:r>
              <a:rPr lang="en-US" dirty="0"/>
              <a:t>We will be using it throughout the bootcamp for PYNQ</a:t>
            </a:r>
          </a:p>
          <a:p>
            <a:r>
              <a:rPr lang="en-US" dirty="0"/>
              <a:t>The basic components we will be using are:</a:t>
            </a:r>
          </a:p>
          <a:p>
            <a:pPr lvl="1"/>
            <a:r>
              <a:rPr lang="en-US" dirty="0"/>
              <a:t>Markdown cells</a:t>
            </a:r>
          </a:p>
          <a:p>
            <a:pPr lvl="1"/>
            <a:r>
              <a:rPr lang="en-US" dirty="0"/>
              <a:t>Code cells</a:t>
            </a:r>
          </a:p>
          <a:p>
            <a:r>
              <a:rPr lang="en-US" dirty="0"/>
              <a:t>We can interact with the KV260 boards using Python code</a:t>
            </a:r>
          </a:p>
          <a:p>
            <a:pPr lvl="1"/>
            <a:endParaRPr lang="en-US" dirty="0"/>
          </a:p>
          <a:p>
            <a:pPr lvl="1"/>
            <a:endParaRPr lang="en-US" dirty="0"/>
          </a:p>
        </p:txBody>
      </p:sp>
    </p:spTree>
    <p:custDataLst>
      <p:custData r:id="rId1"/>
      <p:custData r:id="rId2"/>
    </p:custDataLst>
    <p:extLst>
      <p:ext uri="{BB962C8B-B14F-4D97-AF65-F5344CB8AC3E}">
        <p14:creationId xmlns:p14="http://schemas.microsoft.com/office/powerpoint/2010/main" val="73959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2EA6F-44E2-4D47-9010-A71AAE959121}"/>
              </a:ext>
            </a:extLst>
          </p:cNvPr>
          <p:cNvSpPr>
            <a:spLocks noGrp="1"/>
          </p:cNvSpPr>
          <p:nvPr>
            <p:ph type="title"/>
          </p:nvPr>
        </p:nvSpPr>
        <p:spPr/>
        <p:txBody>
          <a:bodyPr/>
          <a:lstStyle/>
          <a:p>
            <a:r>
              <a:rPr lang="en-US" dirty="0"/>
              <a:t>Using Variables</a:t>
            </a:r>
          </a:p>
        </p:txBody>
      </p:sp>
      <p:sp>
        <p:nvSpPr>
          <p:cNvPr id="6" name="Text Placeholder 5">
            <a:extLst>
              <a:ext uri="{FF2B5EF4-FFF2-40B4-BE49-F238E27FC236}">
                <a16:creationId xmlns:a16="http://schemas.microsoft.com/office/drawing/2014/main" id="{7C40BBE5-6DD7-69F1-7E59-20B4CC10AF33}"/>
              </a:ext>
            </a:extLst>
          </p:cNvPr>
          <p:cNvSpPr>
            <a:spLocks noGrp="1"/>
          </p:cNvSpPr>
          <p:nvPr>
            <p:ph type="body" sz="quarter" idx="10"/>
          </p:nvPr>
        </p:nvSpPr>
        <p:spPr>
          <a:xfrm>
            <a:off x="586390" y="2342146"/>
            <a:ext cx="11018520" cy="3924063"/>
          </a:xfrm>
        </p:spPr>
        <p:txBody>
          <a:bodyPr/>
          <a:lstStyle/>
          <a:p>
            <a:r>
              <a:rPr lang="en-US" dirty="0"/>
              <a:t>Computers need very specific instructions and that includes telling them when, where, and what we want them to remember.</a:t>
            </a:r>
          </a:p>
        </p:txBody>
      </p:sp>
      <p:sp>
        <p:nvSpPr>
          <p:cNvPr id="9" name="TextBox 8">
            <a:extLst>
              <a:ext uri="{FF2B5EF4-FFF2-40B4-BE49-F238E27FC236}">
                <a16:creationId xmlns:a16="http://schemas.microsoft.com/office/drawing/2014/main" id="{B9857F64-E449-BB01-5A7F-92D63869E956}"/>
              </a:ext>
            </a:extLst>
          </p:cNvPr>
          <p:cNvSpPr txBox="1"/>
          <p:nvPr/>
        </p:nvSpPr>
        <p:spPr>
          <a:xfrm>
            <a:off x="586390" y="3247027"/>
            <a:ext cx="1433406" cy="363946"/>
          </a:xfrm>
          <a:prstGeom prst="rect">
            <a:avLst/>
          </a:prstGeom>
          <a:noFill/>
        </p:spPr>
        <p:txBody>
          <a:bodyPr wrap="none" rtlCol="0">
            <a:spAutoFit/>
          </a:bodyPr>
          <a:lstStyle/>
          <a:p>
            <a:r>
              <a:rPr lang="en-US" dirty="0"/>
              <a:t>counter = 0</a:t>
            </a:r>
          </a:p>
        </p:txBody>
      </p:sp>
      <p:sp>
        <p:nvSpPr>
          <p:cNvPr id="10" name="Rectangle 9">
            <a:extLst>
              <a:ext uri="{FF2B5EF4-FFF2-40B4-BE49-F238E27FC236}">
                <a16:creationId xmlns:a16="http://schemas.microsoft.com/office/drawing/2014/main" id="{5F1E4C88-F1CC-6EC4-FAE7-79FE009849ED}"/>
              </a:ext>
            </a:extLst>
          </p:cNvPr>
          <p:cNvSpPr/>
          <p:nvPr/>
        </p:nvSpPr>
        <p:spPr>
          <a:xfrm>
            <a:off x="6152147" y="3168316"/>
            <a:ext cx="5452763" cy="29517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1" name="TextBox 10">
            <a:extLst>
              <a:ext uri="{FF2B5EF4-FFF2-40B4-BE49-F238E27FC236}">
                <a16:creationId xmlns:a16="http://schemas.microsoft.com/office/drawing/2014/main" id="{2AE7BF1C-D160-D289-8683-A25DC37AEFD8}"/>
              </a:ext>
            </a:extLst>
          </p:cNvPr>
          <p:cNvSpPr txBox="1"/>
          <p:nvPr/>
        </p:nvSpPr>
        <p:spPr>
          <a:xfrm>
            <a:off x="8334148" y="2842847"/>
            <a:ext cx="1088760" cy="363946"/>
          </a:xfrm>
          <a:prstGeom prst="rect">
            <a:avLst/>
          </a:prstGeom>
          <a:noFill/>
        </p:spPr>
        <p:txBody>
          <a:bodyPr wrap="none" rtlCol="0">
            <a:spAutoFit/>
          </a:bodyPr>
          <a:lstStyle/>
          <a:p>
            <a:r>
              <a:rPr lang="en-US" dirty="0"/>
              <a:t>Memory</a:t>
            </a:r>
          </a:p>
        </p:txBody>
      </p:sp>
      <p:sp>
        <p:nvSpPr>
          <p:cNvPr id="12" name="TextBox 11">
            <a:extLst>
              <a:ext uri="{FF2B5EF4-FFF2-40B4-BE49-F238E27FC236}">
                <a16:creationId xmlns:a16="http://schemas.microsoft.com/office/drawing/2014/main" id="{7CCA2D82-4672-4A0D-CBB1-B9E7A528AC3E}"/>
              </a:ext>
            </a:extLst>
          </p:cNvPr>
          <p:cNvSpPr txBox="1"/>
          <p:nvPr/>
        </p:nvSpPr>
        <p:spPr>
          <a:xfrm>
            <a:off x="586390" y="3760375"/>
            <a:ext cx="2557110" cy="363946"/>
          </a:xfrm>
          <a:prstGeom prst="rect">
            <a:avLst/>
          </a:prstGeom>
          <a:noFill/>
        </p:spPr>
        <p:txBody>
          <a:bodyPr wrap="none" rtlCol="0">
            <a:spAutoFit/>
          </a:bodyPr>
          <a:lstStyle/>
          <a:p>
            <a:r>
              <a:rPr lang="en-US" dirty="0"/>
              <a:t>counter = counter + 1</a:t>
            </a:r>
          </a:p>
        </p:txBody>
      </p:sp>
      <p:sp>
        <p:nvSpPr>
          <p:cNvPr id="13" name="Rectangle 12">
            <a:extLst>
              <a:ext uri="{FF2B5EF4-FFF2-40B4-BE49-F238E27FC236}">
                <a16:creationId xmlns:a16="http://schemas.microsoft.com/office/drawing/2014/main" id="{4497146D-D13F-A32D-25EC-711C545F3628}"/>
              </a:ext>
            </a:extLst>
          </p:cNvPr>
          <p:cNvSpPr/>
          <p:nvPr/>
        </p:nvSpPr>
        <p:spPr>
          <a:xfrm>
            <a:off x="6569242" y="3697200"/>
            <a:ext cx="1403684" cy="6421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Counter: 0</a:t>
            </a:r>
          </a:p>
        </p:txBody>
      </p:sp>
      <p:sp>
        <p:nvSpPr>
          <p:cNvPr id="15" name="Rectangle 14">
            <a:extLst>
              <a:ext uri="{FF2B5EF4-FFF2-40B4-BE49-F238E27FC236}">
                <a16:creationId xmlns:a16="http://schemas.microsoft.com/office/drawing/2014/main" id="{4FC192DF-EFCB-43A3-13E3-AF9A6089F58E}"/>
              </a:ext>
            </a:extLst>
          </p:cNvPr>
          <p:cNvSpPr/>
          <p:nvPr/>
        </p:nvSpPr>
        <p:spPr>
          <a:xfrm>
            <a:off x="6569242" y="3697199"/>
            <a:ext cx="1403684" cy="6421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Counter: 1</a:t>
            </a:r>
          </a:p>
        </p:txBody>
      </p:sp>
      <p:sp>
        <p:nvSpPr>
          <p:cNvPr id="16" name="TextBox 15">
            <a:extLst>
              <a:ext uri="{FF2B5EF4-FFF2-40B4-BE49-F238E27FC236}">
                <a16:creationId xmlns:a16="http://schemas.microsoft.com/office/drawing/2014/main" id="{61666CF8-B0DB-03BB-5D82-4AA05A903041}"/>
              </a:ext>
            </a:extLst>
          </p:cNvPr>
          <p:cNvSpPr txBox="1"/>
          <p:nvPr/>
        </p:nvSpPr>
        <p:spPr>
          <a:xfrm>
            <a:off x="586390" y="4280243"/>
            <a:ext cx="1173719" cy="363946"/>
          </a:xfrm>
          <a:prstGeom prst="rect">
            <a:avLst/>
          </a:prstGeom>
          <a:noFill/>
        </p:spPr>
        <p:txBody>
          <a:bodyPr wrap="none" rtlCol="0">
            <a:spAutoFit/>
          </a:bodyPr>
          <a:lstStyle/>
          <a:p>
            <a:r>
              <a:rPr lang="en-US" dirty="0"/>
              <a:t>Index = 2</a:t>
            </a:r>
          </a:p>
        </p:txBody>
      </p:sp>
      <p:sp>
        <p:nvSpPr>
          <p:cNvPr id="17" name="Rectangle 16">
            <a:extLst>
              <a:ext uri="{FF2B5EF4-FFF2-40B4-BE49-F238E27FC236}">
                <a16:creationId xmlns:a16="http://schemas.microsoft.com/office/drawing/2014/main" id="{99B50F28-DBF4-1803-E522-4DAB316778BB}"/>
              </a:ext>
            </a:extLst>
          </p:cNvPr>
          <p:cNvSpPr/>
          <p:nvPr/>
        </p:nvSpPr>
        <p:spPr>
          <a:xfrm>
            <a:off x="9214525" y="4124321"/>
            <a:ext cx="1403684" cy="6421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Index: 2</a:t>
            </a:r>
          </a:p>
        </p:txBody>
      </p:sp>
    </p:spTree>
    <p:custDataLst>
      <p:custData r:id="rId1"/>
      <p:custData r:id="rId2"/>
    </p:custDataLst>
    <p:extLst>
      <p:ext uri="{BB962C8B-B14F-4D97-AF65-F5344CB8AC3E}">
        <p14:creationId xmlns:p14="http://schemas.microsoft.com/office/powerpoint/2010/main" val="1865272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42"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animBg="1"/>
      <p:bldP spid="15" grpId="0" animBg="1"/>
      <p:bldP spid="16"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1ED64-C276-41DF-923B-E59A98BA989F}"/>
              </a:ext>
            </a:extLst>
          </p:cNvPr>
          <p:cNvSpPr>
            <a:spLocks noGrp="1"/>
          </p:cNvSpPr>
          <p:nvPr>
            <p:ph type="title"/>
          </p:nvPr>
        </p:nvSpPr>
        <p:spPr/>
        <p:txBody>
          <a:bodyPr/>
          <a:lstStyle/>
          <a:p>
            <a:r>
              <a:rPr lang="en-US" dirty="0"/>
              <a:t>Using Lists</a:t>
            </a:r>
          </a:p>
        </p:txBody>
      </p:sp>
      <p:sp>
        <p:nvSpPr>
          <p:cNvPr id="3" name="Content Placeholder 2">
            <a:extLst>
              <a:ext uri="{FF2B5EF4-FFF2-40B4-BE49-F238E27FC236}">
                <a16:creationId xmlns:a16="http://schemas.microsoft.com/office/drawing/2014/main" id="{70FF97BF-1636-4FA8-8091-EBA6A8BAC223}"/>
              </a:ext>
            </a:extLst>
          </p:cNvPr>
          <p:cNvSpPr>
            <a:spLocks noGrp="1"/>
          </p:cNvSpPr>
          <p:nvPr>
            <p:ph sz="quarter" idx="12"/>
          </p:nvPr>
        </p:nvSpPr>
        <p:spPr>
          <a:xfrm>
            <a:off x="584200" y="2366210"/>
            <a:ext cx="11020710" cy="3899999"/>
          </a:xfrm>
        </p:spPr>
        <p:txBody>
          <a:bodyPr/>
          <a:lstStyle/>
          <a:p>
            <a:pPr marL="0" indent="0">
              <a:buNone/>
            </a:pPr>
            <a:r>
              <a:rPr lang="en-US" dirty="0"/>
              <a:t>Lists are a collection of variables all stored together. They are accessed using an index, which starts at 0. </a:t>
            </a:r>
          </a:p>
        </p:txBody>
      </p:sp>
      <p:sp>
        <p:nvSpPr>
          <p:cNvPr id="5" name="Rectangle 4">
            <a:extLst>
              <a:ext uri="{FF2B5EF4-FFF2-40B4-BE49-F238E27FC236}">
                <a16:creationId xmlns:a16="http://schemas.microsoft.com/office/drawing/2014/main" id="{317C8194-8224-E6AF-6211-137B86A8BD06}"/>
              </a:ext>
            </a:extLst>
          </p:cNvPr>
          <p:cNvSpPr/>
          <p:nvPr/>
        </p:nvSpPr>
        <p:spPr>
          <a:xfrm>
            <a:off x="5037221" y="3429000"/>
            <a:ext cx="6567689" cy="29517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TextBox 5">
            <a:extLst>
              <a:ext uri="{FF2B5EF4-FFF2-40B4-BE49-F238E27FC236}">
                <a16:creationId xmlns:a16="http://schemas.microsoft.com/office/drawing/2014/main" id="{A78CFE8F-AAF1-1F01-FBFE-449D5BE95D09}"/>
              </a:ext>
            </a:extLst>
          </p:cNvPr>
          <p:cNvSpPr txBox="1"/>
          <p:nvPr/>
        </p:nvSpPr>
        <p:spPr>
          <a:xfrm>
            <a:off x="584200" y="3065054"/>
            <a:ext cx="4974439" cy="363946"/>
          </a:xfrm>
          <a:prstGeom prst="rect">
            <a:avLst/>
          </a:prstGeom>
          <a:noFill/>
        </p:spPr>
        <p:txBody>
          <a:bodyPr wrap="none" rtlCol="0">
            <a:spAutoFit/>
          </a:bodyPr>
          <a:lstStyle/>
          <a:p>
            <a:r>
              <a:rPr lang="en-US" dirty="0"/>
              <a:t>words = [“monkey”, “dolphin”, “cat”, “lion”]</a:t>
            </a:r>
          </a:p>
        </p:txBody>
      </p:sp>
      <p:sp>
        <p:nvSpPr>
          <p:cNvPr id="7" name="Rectangle 6">
            <a:extLst>
              <a:ext uri="{FF2B5EF4-FFF2-40B4-BE49-F238E27FC236}">
                <a16:creationId xmlns:a16="http://schemas.microsoft.com/office/drawing/2014/main" id="{CA680A3D-42D7-BCD3-7EB6-D1FBA7B7781F}"/>
              </a:ext>
            </a:extLst>
          </p:cNvPr>
          <p:cNvSpPr/>
          <p:nvPr/>
        </p:nvSpPr>
        <p:spPr>
          <a:xfrm>
            <a:off x="5368430" y="422308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monkey</a:t>
            </a:r>
          </a:p>
        </p:txBody>
      </p:sp>
      <p:sp>
        <p:nvSpPr>
          <p:cNvPr id="11" name="TextBox 10">
            <a:extLst>
              <a:ext uri="{FF2B5EF4-FFF2-40B4-BE49-F238E27FC236}">
                <a16:creationId xmlns:a16="http://schemas.microsoft.com/office/drawing/2014/main" id="{33CBF797-61A5-015F-0B8C-8C06867A7804}"/>
              </a:ext>
            </a:extLst>
          </p:cNvPr>
          <p:cNvSpPr txBox="1"/>
          <p:nvPr/>
        </p:nvSpPr>
        <p:spPr>
          <a:xfrm>
            <a:off x="584200" y="3684174"/>
            <a:ext cx="3323346" cy="363946"/>
          </a:xfrm>
          <a:prstGeom prst="rect">
            <a:avLst/>
          </a:prstGeom>
          <a:noFill/>
        </p:spPr>
        <p:txBody>
          <a:bodyPr wrap="none" rtlCol="0">
            <a:spAutoFit/>
          </a:bodyPr>
          <a:lstStyle/>
          <a:p>
            <a:r>
              <a:rPr lang="en-US" dirty="0"/>
              <a:t>words[1] would be “dolphin”</a:t>
            </a:r>
          </a:p>
        </p:txBody>
      </p:sp>
      <p:sp>
        <p:nvSpPr>
          <p:cNvPr id="12" name="Rectangle 11">
            <a:extLst>
              <a:ext uri="{FF2B5EF4-FFF2-40B4-BE49-F238E27FC236}">
                <a16:creationId xmlns:a16="http://schemas.microsoft.com/office/drawing/2014/main" id="{D47B7C1B-B311-CDF9-674E-F92C570DE902}"/>
              </a:ext>
            </a:extLst>
          </p:cNvPr>
          <p:cNvSpPr/>
          <p:nvPr/>
        </p:nvSpPr>
        <p:spPr>
          <a:xfrm>
            <a:off x="6884409" y="423110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dolphin</a:t>
            </a:r>
          </a:p>
        </p:txBody>
      </p:sp>
      <p:sp>
        <p:nvSpPr>
          <p:cNvPr id="13" name="Rectangle 12">
            <a:extLst>
              <a:ext uri="{FF2B5EF4-FFF2-40B4-BE49-F238E27FC236}">
                <a16:creationId xmlns:a16="http://schemas.microsoft.com/office/drawing/2014/main" id="{04796E91-8B62-44D2-5935-AAC4E0F9436A}"/>
              </a:ext>
            </a:extLst>
          </p:cNvPr>
          <p:cNvSpPr/>
          <p:nvPr/>
        </p:nvSpPr>
        <p:spPr>
          <a:xfrm>
            <a:off x="8400388" y="422308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a:t>
            </a:r>
          </a:p>
        </p:txBody>
      </p:sp>
      <p:sp>
        <p:nvSpPr>
          <p:cNvPr id="14" name="Rectangle 13">
            <a:extLst>
              <a:ext uri="{FF2B5EF4-FFF2-40B4-BE49-F238E27FC236}">
                <a16:creationId xmlns:a16="http://schemas.microsoft.com/office/drawing/2014/main" id="{6B505688-32C1-985F-3A12-DB194F2CA176}"/>
              </a:ext>
            </a:extLst>
          </p:cNvPr>
          <p:cNvSpPr/>
          <p:nvPr/>
        </p:nvSpPr>
        <p:spPr>
          <a:xfrm>
            <a:off x="9916367" y="4223083"/>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lion</a:t>
            </a:r>
          </a:p>
        </p:txBody>
      </p:sp>
      <p:sp>
        <p:nvSpPr>
          <p:cNvPr id="16" name="TextBox 15">
            <a:extLst>
              <a:ext uri="{FF2B5EF4-FFF2-40B4-BE49-F238E27FC236}">
                <a16:creationId xmlns:a16="http://schemas.microsoft.com/office/drawing/2014/main" id="{7960A72F-5C93-8A61-49FB-D187D9D7438A}"/>
              </a:ext>
            </a:extLst>
          </p:cNvPr>
          <p:cNvSpPr txBox="1"/>
          <p:nvPr/>
        </p:nvSpPr>
        <p:spPr>
          <a:xfrm>
            <a:off x="5576309" y="4722900"/>
            <a:ext cx="1195137" cy="363946"/>
          </a:xfrm>
          <a:prstGeom prst="rect">
            <a:avLst/>
          </a:prstGeom>
          <a:noFill/>
        </p:spPr>
        <p:txBody>
          <a:bodyPr wrap="square" rtlCol="0">
            <a:spAutoFit/>
          </a:bodyPr>
          <a:lstStyle/>
          <a:p>
            <a:r>
              <a:rPr lang="en-US" dirty="0"/>
              <a:t>words[0]</a:t>
            </a:r>
          </a:p>
        </p:txBody>
      </p:sp>
      <p:sp>
        <p:nvSpPr>
          <p:cNvPr id="17" name="TextBox 16">
            <a:extLst>
              <a:ext uri="{FF2B5EF4-FFF2-40B4-BE49-F238E27FC236}">
                <a16:creationId xmlns:a16="http://schemas.microsoft.com/office/drawing/2014/main" id="{1E5EB391-C9BA-5C5A-CAEC-CF265251104F}"/>
              </a:ext>
            </a:extLst>
          </p:cNvPr>
          <p:cNvSpPr txBox="1"/>
          <p:nvPr/>
        </p:nvSpPr>
        <p:spPr>
          <a:xfrm>
            <a:off x="7092288" y="4722900"/>
            <a:ext cx="1195137" cy="363946"/>
          </a:xfrm>
          <a:prstGeom prst="rect">
            <a:avLst/>
          </a:prstGeom>
          <a:noFill/>
        </p:spPr>
        <p:txBody>
          <a:bodyPr wrap="square" rtlCol="0">
            <a:spAutoFit/>
          </a:bodyPr>
          <a:lstStyle/>
          <a:p>
            <a:r>
              <a:rPr lang="en-US" dirty="0"/>
              <a:t>words[1]</a:t>
            </a:r>
          </a:p>
        </p:txBody>
      </p:sp>
      <p:sp>
        <p:nvSpPr>
          <p:cNvPr id="18" name="TextBox 17">
            <a:extLst>
              <a:ext uri="{FF2B5EF4-FFF2-40B4-BE49-F238E27FC236}">
                <a16:creationId xmlns:a16="http://schemas.microsoft.com/office/drawing/2014/main" id="{27589451-0050-D498-0B83-1CD1EE8BB7D3}"/>
              </a:ext>
            </a:extLst>
          </p:cNvPr>
          <p:cNvSpPr txBox="1"/>
          <p:nvPr/>
        </p:nvSpPr>
        <p:spPr>
          <a:xfrm>
            <a:off x="8560808" y="4692315"/>
            <a:ext cx="1195137" cy="363946"/>
          </a:xfrm>
          <a:prstGeom prst="rect">
            <a:avLst/>
          </a:prstGeom>
          <a:noFill/>
        </p:spPr>
        <p:txBody>
          <a:bodyPr wrap="square" rtlCol="0">
            <a:spAutoFit/>
          </a:bodyPr>
          <a:lstStyle/>
          <a:p>
            <a:r>
              <a:rPr lang="en-US" dirty="0"/>
              <a:t>words[2]</a:t>
            </a:r>
          </a:p>
        </p:txBody>
      </p:sp>
      <p:sp>
        <p:nvSpPr>
          <p:cNvPr id="19" name="TextBox 18">
            <a:extLst>
              <a:ext uri="{FF2B5EF4-FFF2-40B4-BE49-F238E27FC236}">
                <a16:creationId xmlns:a16="http://schemas.microsoft.com/office/drawing/2014/main" id="{B9C02AB7-019A-082B-3E2F-40D2334A8694}"/>
              </a:ext>
            </a:extLst>
          </p:cNvPr>
          <p:cNvSpPr txBox="1"/>
          <p:nvPr/>
        </p:nvSpPr>
        <p:spPr>
          <a:xfrm>
            <a:off x="10142293" y="4698837"/>
            <a:ext cx="1195137" cy="363946"/>
          </a:xfrm>
          <a:prstGeom prst="rect">
            <a:avLst/>
          </a:prstGeom>
          <a:noFill/>
        </p:spPr>
        <p:txBody>
          <a:bodyPr wrap="square" rtlCol="0">
            <a:spAutoFit/>
          </a:bodyPr>
          <a:lstStyle/>
          <a:p>
            <a:r>
              <a:rPr lang="en-US" dirty="0"/>
              <a:t>words[3]</a:t>
            </a:r>
          </a:p>
        </p:txBody>
      </p:sp>
      <p:sp>
        <p:nvSpPr>
          <p:cNvPr id="20" name="TextBox 19">
            <a:extLst>
              <a:ext uri="{FF2B5EF4-FFF2-40B4-BE49-F238E27FC236}">
                <a16:creationId xmlns:a16="http://schemas.microsoft.com/office/drawing/2014/main" id="{DE912E60-D772-0854-4E52-318E37EA4D5D}"/>
              </a:ext>
            </a:extLst>
          </p:cNvPr>
          <p:cNvSpPr txBox="1"/>
          <p:nvPr/>
        </p:nvSpPr>
        <p:spPr>
          <a:xfrm>
            <a:off x="8016428" y="3071576"/>
            <a:ext cx="1088760" cy="363946"/>
          </a:xfrm>
          <a:prstGeom prst="rect">
            <a:avLst/>
          </a:prstGeom>
          <a:noFill/>
        </p:spPr>
        <p:txBody>
          <a:bodyPr wrap="none" rtlCol="0">
            <a:spAutoFit/>
          </a:bodyPr>
          <a:lstStyle/>
          <a:p>
            <a:r>
              <a:rPr lang="en-US" dirty="0"/>
              <a:t>Memory</a:t>
            </a:r>
          </a:p>
        </p:txBody>
      </p:sp>
    </p:spTree>
    <p:custDataLst>
      <p:custData r:id="rId1"/>
      <p:custData r:id="rId2"/>
    </p:custDataLst>
    <p:extLst>
      <p:ext uri="{BB962C8B-B14F-4D97-AF65-F5344CB8AC3E}">
        <p14:creationId xmlns:p14="http://schemas.microsoft.com/office/powerpoint/2010/main" val="264180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1" grpId="0"/>
      <p:bldP spid="12" grpId="0" animBg="1"/>
      <p:bldP spid="13" grpId="0" animBg="1"/>
      <p:bldP spid="14" grpId="0" animBg="1"/>
      <p:bldP spid="16" grpId="0"/>
      <p:bldP spid="17" grpId="0"/>
      <p:bldP spid="18"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5B9D6-E5C1-26CB-6073-1F4681950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7DC2C-D20A-6EDB-CA7C-DFE6A6A72991}"/>
              </a:ext>
            </a:extLst>
          </p:cNvPr>
          <p:cNvSpPr>
            <a:spLocks noGrp="1"/>
          </p:cNvSpPr>
          <p:nvPr>
            <p:ph type="title"/>
          </p:nvPr>
        </p:nvSpPr>
        <p:spPr/>
        <p:txBody>
          <a:bodyPr/>
          <a:lstStyle/>
          <a:p>
            <a:r>
              <a:rPr lang="en-US" dirty="0"/>
              <a:t>Using If Statements</a:t>
            </a:r>
          </a:p>
        </p:txBody>
      </p:sp>
      <p:sp>
        <p:nvSpPr>
          <p:cNvPr id="3" name="Content Placeholder 2">
            <a:extLst>
              <a:ext uri="{FF2B5EF4-FFF2-40B4-BE49-F238E27FC236}">
                <a16:creationId xmlns:a16="http://schemas.microsoft.com/office/drawing/2014/main" id="{1791BC7A-C187-DBB1-8C28-F408405C3480}"/>
              </a:ext>
            </a:extLst>
          </p:cNvPr>
          <p:cNvSpPr>
            <a:spLocks noGrp="1"/>
          </p:cNvSpPr>
          <p:nvPr>
            <p:ph sz="quarter" idx="12"/>
          </p:nvPr>
        </p:nvSpPr>
        <p:spPr>
          <a:xfrm>
            <a:off x="584200" y="2366210"/>
            <a:ext cx="11020710" cy="3899999"/>
          </a:xfrm>
        </p:spPr>
        <p:txBody>
          <a:bodyPr/>
          <a:lstStyle/>
          <a:p>
            <a:pPr marL="0" indent="0">
              <a:buNone/>
            </a:pPr>
            <a:r>
              <a:rPr lang="en-US" dirty="0"/>
              <a:t>If statements allow a computer to make decisions based on what is input or what it has in memory.</a:t>
            </a:r>
          </a:p>
        </p:txBody>
      </p:sp>
      <p:sp>
        <p:nvSpPr>
          <p:cNvPr id="5" name="Rectangle 4">
            <a:extLst>
              <a:ext uri="{FF2B5EF4-FFF2-40B4-BE49-F238E27FC236}">
                <a16:creationId xmlns:a16="http://schemas.microsoft.com/office/drawing/2014/main" id="{6E243F9C-6175-0449-3E21-9DD5ECFDE165}"/>
              </a:ext>
            </a:extLst>
          </p:cNvPr>
          <p:cNvSpPr/>
          <p:nvPr/>
        </p:nvSpPr>
        <p:spPr>
          <a:xfrm>
            <a:off x="5037221" y="3429000"/>
            <a:ext cx="6567689" cy="29517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1BDBAE29-245D-9FCC-C01B-DDE512463582}"/>
              </a:ext>
            </a:extLst>
          </p:cNvPr>
          <p:cNvSpPr/>
          <p:nvPr/>
        </p:nvSpPr>
        <p:spPr>
          <a:xfrm>
            <a:off x="5368430" y="422308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monkey</a:t>
            </a:r>
          </a:p>
        </p:txBody>
      </p:sp>
      <p:sp>
        <p:nvSpPr>
          <p:cNvPr id="12" name="Rectangle 11">
            <a:extLst>
              <a:ext uri="{FF2B5EF4-FFF2-40B4-BE49-F238E27FC236}">
                <a16:creationId xmlns:a16="http://schemas.microsoft.com/office/drawing/2014/main" id="{20798329-63E4-4075-3B60-5D7C15E17EA8}"/>
              </a:ext>
            </a:extLst>
          </p:cNvPr>
          <p:cNvSpPr/>
          <p:nvPr/>
        </p:nvSpPr>
        <p:spPr>
          <a:xfrm>
            <a:off x="6884409" y="423110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dolphin</a:t>
            </a:r>
          </a:p>
        </p:txBody>
      </p:sp>
      <p:sp>
        <p:nvSpPr>
          <p:cNvPr id="13" name="Rectangle 12">
            <a:extLst>
              <a:ext uri="{FF2B5EF4-FFF2-40B4-BE49-F238E27FC236}">
                <a16:creationId xmlns:a16="http://schemas.microsoft.com/office/drawing/2014/main" id="{25A9808E-20BD-69C9-63B5-EF4B6B2FC68A}"/>
              </a:ext>
            </a:extLst>
          </p:cNvPr>
          <p:cNvSpPr/>
          <p:nvPr/>
        </p:nvSpPr>
        <p:spPr>
          <a:xfrm>
            <a:off x="8400388" y="4223084"/>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a:t>
            </a:r>
          </a:p>
        </p:txBody>
      </p:sp>
      <p:sp>
        <p:nvSpPr>
          <p:cNvPr id="14" name="Rectangle 13">
            <a:extLst>
              <a:ext uri="{FF2B5EF4-FFF2-40B4-BE49-F238E27FC236}">
                <a16:creationId xmlns:a16="http://schemas.microsoft.com/office/drawing/2014/main" id="{2E92DF28-F4A0-26FB-5C2D-85D800B452BA}"/>
              </a:ext>
            </a:extLst>
          </p:cNvPr>
          <p:cNvSpPr/>
          <p:nvPr/>
        </p:nvSpPr>
        <p:spPr>
          <a:xfrm>
            <a:off x="9916367" y="4223083"/>
            <a:ext cx="1515979" cy="537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lion</a:t>
            </a:r>
          </a:p>
        </p:txBody>
      </p:sp>
      <p:sp>
        <p:nvSpPr>
          <p:cNvPr id="16" name="TextBox 15">
            <a:extLst>
              <a:ext uri="{FF2B5EF4-FFF2-40B4-BE49-F238E27FC236}">
                <a16:creationId xmlns:a16="http://schemas.microsoft.com/office/drawing/2014/main" id="{2901AE3D-9103-813F-3CF3-82C3BFDE6ABA}"/>
              </a:ext>
            </a:extLst>
          </p:cNvPr>
          <p:cNvSpPr txBox="1"/>
          <p:nvPr/>
        </p:nvSpPr>
        <p:spPr>
          <a:xfrm>
            <a:off x="5576309" y="4722900"/>
            <a:ext cx="1195137" cy="363946"/>
          </a:xfrm>
          <a:prstGeom prst="rect">
            <a:avLst/>
          </a:prstGeom>
          <a:noFill/>
        </p:spPr>
        <p:txBody>
          <a:bodyPr wrap="square" rtlCol="0">
            <a:spAutoFit/>
          </a:bodyPr>
          <a:lstStyle/>
          <a:p>
            <a:r>
              <a:rPr lang="en-US" dirty="0"/>
              <a:t>words[0]</a:t>
            </a:r>
          </a:p>
        </p:txBody>
      </p:sp>
      <p:sp>
        <p:nvSpPr>
          <p:cNvPr id="17" name="TextBox 16">
            <a:extLst>
              <a:ext uri="{FF2B5EF4-FFF2-40B4-BE49-F238E27FC236}">
                <a16:creationId xmlns:a16="http://schemas.microsoft.com/office/drawing/2014/main" id="{F9BED478-0810-F757-9E9D-0B38812BFCA8}"/>
              </a:ext>
            </a:extLst>
          </p:cNvPr>
          <p:cNvSpPr txBox="1"/>
          <p:nvPr/>
        </p:nvSpPr>
        <p:spPr>
          <a:xfrm>
            <a:off x="7092288" y="4722900"/>
            <a:ext cx="1195137" cy="363946"/>
          </a:xfrm>
          <a:prstGeom prst="rect">
            <a:avLst/>
          </a:prstGeom>
          <a:noFill/>
        </p:spPr>
        <p:txBody>
          <a:bodyPr wrap="square" rtlCol="0">
            <a:spAutoFit/>
          </a:bodyPr>
          <a:lstStyle/>
          <a:p>
            <a:r>
              <a:rPr lang="en-US" dirty="0"/>
              <a:t>words[1]</a:t>
            </a:r>
          </a:p>
        </p:txBody>
      </p:sp>
      <p:sp>
        <p:nvSpPr>
          <p:cNvPr id="18" name="TextBox 17">
            <a:extLst>
              <a:ext uri="{FF2B5EF4-FFF2-40B4-BE49-F238E27FC236}">
                <a16:creationId xmlns:a16="http://schemas.microsoft.com/office/drawing/2014/main" id="{D9CA3D8A-08D3-03C2-578E-C6CB8571D822}"/>
              </a:ext>
            </a:extLst>
          </p:cNvPr>
          <p:cNvSpPr txBox="1"/>
          <p:nvPr/>
        </p:nvSpPr>
        <p:spPr>
          <a:xfrm>
            <a:off x="8560808" y="4692315"/>
            <a:ext cx="1195137" cy="363946"/>
          </a:xfrm>
          <a:prstGeom prst="rect">
            <a:avLst/>
          </a:prstGeom>
          <a:noFill/>
        </p:spPr>
        <p:txBody>
          <a:bodyPr wrap="square" rtlCol="0">
            <a:spAutoFit/>
          </a:bodyPr>
          <a:lstStyle/>
          <a:p>
            <a:r>
              <a:rPr lang="en-US" dirty="0"/>
              <a:t>words[2]</a:t>
            </a:r>
          </a:p>
        </p:txBody>
      </p:sp>
      <p:sp>
        <p:nvSpPr>
          <p:cNvPr id="19" name="TextBox 18">
            <a:extLst>
              <a:ext uri="{FF2B5EF4-FFF2-40B4-BE49-F238E27FC236}">
                <a16:creationId xmlns:a16="http://schemas.microsoft.com/office/drawing/2014/main" id="{E2462DDF-43C2-30B3-D6A2-D24D14F0D146}"/>
              </a:ext>
            </a:extLst>
          </p:cNvPr>
          <p:cNvSpPr txBox="1"/>
          <p:nvPr/>
        </p:nvSpPr>
        <p:spPr>
          <a:xfrm>
            <a:off x="10142293" y="4698837"/>
            <a:ext cx="1195137" cy="363946"/>
          </a:xfrm>
          <a:prstGeom prst="rect">
            <a:avLst/>
          </a:prstGeom>
          <a:noFill/>
        </p:spPr>
        <p:txBody>
          <a:bodyPr wrap="square" rtlCol="0">
            <a:spAutoFit/>
          </a:bodyPr>
          <a:lstStyle/>
          <a:p>
            <a:r>
              <a:rPr lang="en-US" dirty="0"/>
              <a:t>words[3]</a:t>
            </a:r>
          </a:p>
        </p:txBody>
      </p:sp>
      <p:sp>
        <p:nvSpPr>
          <p:cNvPr id="20" name="TextBox 19">
            <a:extLst>
              <a:ext uri="{FF2B5EF4-FFF2-40B4-BE49-F238E27FC236}">
                <a16:creationId xmlns:a16="http://schemas.microsoft.com/office/drawing/2014/main" id="{320C825C-6BE8-CFB3-3022-35F018B286A3}"/>
              </a:ext>
            </a:extLst>
          </p:cNvPr>
          <p:cNvSpPr txBox="1"/>
          <p:nvPr/>
        </p:nvSpPr>
        <p:spPr>
          <a:xfrm>
            <a:off x="8016428" y="3071576"/>
            <a:ext cx="1088760" cy="363946"/>
          </a:xfrm>
          <a:prstGeom prst="rect">
            <a:avLst/>
          </a:prstGeom>
          <a:noFill/>
        </p:spPr>
        <p:txBody>
          <a:bodyPr wrap="none" rtlCol="0">
            <a:spAutoFit/>
          </a:bodyPr>
          <a:lstStyle/>
          <a:p>
            <a:r>
              <a:rPr lang="en-US" dirty="0"/>
              <a:t>Memory</a:t>
            </a:r>
          </a:p>
        </p:txBody>
      </p:sp>
      <p:sp>
        <p:nvSpPr>
          <p:cNvPr id="4" name="TextBox 3">
            <a:extLst>
              <a:ext uri="{FF2B5EF4-FFF2-40B4-BE49-F238E27FC236}">
                <a16:creationId xmlns:a16="http://schemas.microsoft.com/office/drawing/2014/main" id="{A41315D0-2032-A738-2879-8B1C30A86A56}"/>
              </a:ext>
            </a:extLst>
          </p:cNvPr>
          <p:cNvSpPr txBox="1"/>
          <p:nvPr/>
        </p:nvSpPr>
        <p:spPr>
          <a:xfrm>
            <a:off x="661164" y="3137425"/>
            <a:ext cx="2860078" cy="1178784"/>
          </a:xfrm>
          <a:prstGeom prst="rect">
            <a:avLst/>
          </a:prstGeom>
          <a:noFill/>
        </p:spPr>
        <p:txBody>
          <a:bodyPr wrap="none" rtlCol="0">
            <a:spAutoFit/>
          </a:bodyPr>
          <a:lstStyle/>
          <a:p>
            <a:r>
              <a:rPr lang="en-US" dirty="0"/>
              <a:t>if words[0] == “monkey”:</a:t>
            </a:r>
          </a:p>
          <a:p>
            <a:r>
              <a:rPr lang="en-US" dirty="0"/>
              <a:t>	print(“True!”)</a:t>
            </a:r>
          </a:p>
          <a:p>
            <a:r>
              <a:rPr lang="en-US" dirty="0"/>
              <a:t>else:</a:t>
            </a:r>
          </a:p>
          <a:p>
            <a:r>
              <a:rPr lang="en-US" dirty="0"/>
              <a:t>	print(“False </a:t>
            </a:r>
            <a:r>
              <a:rPr lang="en-US" dirty="0">
                <a:sym typeface="Wingdings" panose="05000000000000000000" pitchFamily="2" charset="2"/>
              </a:rPr>
              <a:t>”)</a:t>
            </a:r>
            <a:endParaRPr lang="en-US" dirty="0"/>
          </a:p>
        </p:txBody>
      </p:sp>
      <p:sp>
        <p:nvSpPr>
          <p:cNvPr id="8" name="TextBox 7">
            <a:extLst>
              <a:ext uri="{FF2B5EF4-FFF2-40B4-BE49-F238E27FC236}">
                <a16:creationId xmlns:a16="http://schemas.microsoft.com/office/drawing/2014/main" id="{1FC453D7-42B1-72F6-8C29-5F0F7798C439}"/>
              </a:ext>
            </a:extLst>
          </p:cNvPr>
          <p:cNvSpPr txBox="1"/>
          <p:nvPr/>
        </p:nvSpPr>
        <p:spPr>
          <a:xfrm>
            <a:off x="1759461" y="5056261"/>
            <a:ext cx="700833" cy="363946"/>
          </a:xfrm>
          <a:prstGeom prst="rect">
            <a:avLst/>
          </a:prstGeom>
          <a:noFill/>
        </p:spPr>
        <p:txBody>
          <a:bodyPr wrap="none" rtlCol="0">
            <a:spAutoFit/>
          </a:bodyPr>
          <a:lstStyle/>
          <a:p>
            <a:r>
              <a:rPr lang="en-US" dirty="0"/>
              <a:t>True!</a:t>
            </a:r>
          </a:p>
        </p:txBody>
      </p:sp>
    </p:spTree>
    <p:custDataLst>
      <p:custData r:id="rId1"/>
      <p:custData r:id="rId2"/>
    </p:custDataLst>
    <p:extLst>
      <p:ext uri="{BB962C8B-B14F-4D97-AF65-F5344CB8AC3E}">
        <p14:creationId xmlns:p14="http://schemas.microsoft.com/office/powerpoint/2010/main" val="356987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barn(inVertical)">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3" grpId="0" animBg="1"/>
      <p:bldP spid="14" grpId="0" animBg="1"/>
      <p:bldP spid="16" grpId="0"/>
      <p:bldP spid="17" grpId="0"/>
      <p:bldP spid="18" grpId="0"/>
      <p:bldP spid="19" grpId="0"/>
      <p:bldP spid="20" grpId="0"/>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E0CE4-6CF4-8EAD-D3DD-B25A62E8F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36312-C0F4-01AC-57E1-FAD7C8CC73F6}"/>
              </a:ext>
            </a:extLst>
          </p:cNvPr>
          <p:cNvSpPr>
            <a:spLocks noGrp="1"/>
          </p:cNvSpPr>
          <p:nvPr>
            <p:ph type="title"/>
          </p:nvPr>
        </p:nvSpPr>
        <p:spPr/>
        <p:txBody>
          <a:bodyPr/>
          <a:lstStyle/>
          <a:p>
            <a:r>
              <a:rPr lang="en-US" dirty="0"/>
              <a:t>Using For Loops</a:t>
            </a:r>
          </a:p>
        </p:txBody>
      </p:sp>
      <p:sp>
        <p:nvSpPr>
          <p:cNvPr id="3" name="Content Placeholder 2">
            <a:extLst>
              <a:ext uri="{FF2B5EF4-FFF2-40B4-BE49-F238E27FC236}">
                <a16:creationId xmlns:a16="http://schemas.microsoft.com/office/drawing/2014/main" id="{CFAEC47C-8728-3271-6262-AA0FE233CFFD}"/>
              </a:ext>
            </a:extLst>
          </p:cNvPr>
          <p:cNvSpPr>
            <a:spLocks noGrp="1"/>
          </p:cNvSpPr>
          <p:nvPr>
            <p:ph sz="quarter" idx="12"/>
          </p:nvPr>
        </p:nvSpPr>
        <p:spPr>
          <a:xfrm>
            <a:off x="584200" y="2366210"/>
            <a:ext cx="11020710" cy="3899999"/>
          </a:xfrm>
        </p:spPr>
        <p:txBody>
          <a:bodyPr/>
          <a:lstStyle/>
          <a:p>
            <a:pPr marL="0" indent="0">
              <a:buNone/>
            </a:pPr>
            <a:r>
              <a:rPr lang="en-US" dirty="0"/>
              <a:t>For Loops allow us to repeat operations multiple times. </a:t>
            </a:r>
          </a:p>
        </p:txBody>
      </p:sp>
      <p:sp>
        <p:nvSpPr>
          <p:cNvPr id="4" name="TextBox 3">
            <a:extLst>
              <a:ext uri="{FF2B5EF4-FFF2-40B4-BE49-F238E27FC236}">
                <a16:creationId xmlns:a16="http://schemas.microsoft.com/office/drawing/2014/main" id="{D46ECB66-5084-7691-0A1C-84136F307708}"/>
              </a:ext>
            </a:extLst>
          </p:cNvPr>
          <p:cNvSpPr txBox="1"/>
          <p:nvPr/>
        </p:nvSpPr>
        <p:spPr>
          <a:xfrm>
            <a:off x="661164" y="3137425"/>
            <a:ext cx="2794355" cy="907171"/>
          </a:xfrm>
          <a:prstGeom prst="rect">
            <a:avLst/>
          </a:prstGeom>
          <a:noFill/>
        </p:spPr>
        <p:txBody>
          <a:bodyPr wrap="none" rtlCol="0">
            <a:spAutoFit/>
          </a:bodyPr>
          <a:lstStyle/>
          <a:p>
            <a:r>
              <a:rPr lang="en-US" dirty="0"/>
              <a:t>for number in [0, 1, 2, 3]:</a:t>
            </a:r>
          </a:p>
          <a:p>
            <a:r>
              <a:rPr lang="en-US" dirty="0"/>
              <a:t>    print(number)</a:t>
            </a:r>
          </a:p>
          <a:p>
            <a:r>
              <a:rPr lang="en-US" dirty="0"/>
              <a:t>    print("I'm repeating!")</a:t>
            </a:r>
          </a:p>
        </p:txBody>
      </p:sp>
      <p:sp>
        <p:nvSpPr>
          <p:cNvPr id="8" name="TextBox 7">
            <a:extLst>
              <a:ext uri="{FF2B5EF4-FFF2-40B4-BE49-F238E27FC236}">
                <a16:creationId xmlns:a16="http://schemas.microsoft.com/office/drawing/2014/main" id="{18A1CA49-B0F3-3493-F2F3-5077A04E33D1}"/>
              </a:ext>
            </a:extLst>
          </p:cNvPr>
          <p:cNvSpPr txBox="1"/>
          <p:nvPr/>
        </p:nvSpPr>
        <p:spPr>
          <a:xfrm>
            <a:off x="7984169" y="3461445"/>
            <a:ext cx="1739579" cy="635559"/>
          </a:xfrm>
          <a:prstGeom prst="rect">
            <a:avLst/>
          </a:prstGeom>
          <a:noFill/>
        </p:spPr>
        <p:txBody>
          <a:bodyPr wrap="none" rtlCol="0">
            <a:spAutoFit/>
          </a:bodyPr>
          <a:lstStyle/>
          <a:p>
            <a:r>
              <a:rPr lang="en-US" dirty="0"/>
              <a:t>1</a:t>
            </a:r>
          </a:p>
          <a:p>
            <a:r>
              <a:rPr lang="en-US" dirty="0"/>
              <a:t>I’m repeating!</a:t>
            </a:r>
          </a:p>
        </p:txBody>
      </p:sp>
      <p:sp>
        <p:nvSpPr>
          <p:cNvPr id="6" name="TextBox 5">
            <a:extLst>
              <a:ext uri="{FF2B5EF4-FFF2-40B4-BE49-F238E27FC236}">
                <a16:creationId xmlns:a16="http://schemas.microsoft.com/office/drawing/2014/main" id="{9A40D86B-0223-2A37-1ABF-EE2FBC898119}"/>
              </a:ext>
            </a:extLst>
          </p:cNvPr>
          <p:cNvSpPr txBox="1"/>
          <p:nvPr/>
        </p:nvSpPr>
        <p:spPr>
          <a:xfrm>
            <a:off x="7984168" y="4044596"/>
            <a:ext cx="1739579" cy="635559"/>
          </a:xfrm>
          <a:prstGeom prst="rect">
            <a:avLst/>
          </a:prstGeom>
          <a:noFill/>
        </p:spPr>
        <p:txBody>
          <a:bodyPr wrap="none" rtlCol="0">
            <a:spAutoFit/>
          </a:bodyPr>
          <a:lstStyle/>
          <a:p>
            <a:r>
              <a:rPr lang="en-US" dirty="0"/>
              <a:t>2</a:t>
            </a:r>
          </a:p>
          <a:p>
            <a:r>
              <a:rPr lang="en-US" dirty="0"/>
              <a:t>I’m repeating!</a:t>
            </a:r>
          </a:p>
        </p:txBody>
      </p:sp>
      <p:sp>
        <p:nvSpPr>
          <p:cNvPr id="9" name="TextBox 8">
            <a:extLst>
              <a:ext uri="{FF2B5EF4-FFF2-40B4-BE49-F238E27FC236}">
                <a16:creationId xmlns:a16="http://schemas.microsoft.com/office/drawing/2014/main" id="{135CD056-0B64-0113-95F7-F68499FF93F9}"/>
              </a:ext>
            </a:extLst>
          </p:cNvPr>
          <p:cNvSpPr txBox="1"/>
          <p:nvPr/>
        </p:nvSpPr>
        <p:spPr>
          <a:xfrm>
            <a:off x="7984168" y="4640229"/>
            <a:ext cx="1739579" cy="635559"/>
          </a:xfrm>
          <a:prstGeom prst="rect">
            <a:avLst/>
          </a:prstGeom>
          <a:noFill/>
        </p:spPr>
        <p:txBody>
          <a:bodyPr wrap="none" rtlCol="0">
            <a:spAutoFit/>
          </a:bodyPr>
          <a:lstStyle/>
          <a:p>
            <a:r>
              <a:rPr lang="en-US" dirty="0"/>
              <a:t>3</a:t>
            </a:r>
          </a:p>
          <a:p>
            <a:r>
              <a:rPr lang="en-US" dirty="0"/>
              <a:t>I’m repeating!</a:t>
            </a:r>
          </a:p>
        </p:txBody>
      </p:sp>
      <p:sp>
        <p:nvSpPr>
          <p:cNvPr id="10" name="TextBox 9">
            <a:extLst>
              <a:ext uri="{FF2B5EF4-FFF2-40B4-BE49-F238E27FC236}">
                <a16:creationId xmlns:a16="http://schemas.microsoft.com/office/drawing/2014/main" id="{EAEB448C-ECA9-3CBA-81E9-4BF2BB91BC7F}"/>
              </a:ext>
            </a:extLst>
          </p:cNvPr>
          <p:cNvSpPr txBox="1"/>
          <p:nvPr/>
        </p:nvSpPr>
        <p:spPr>
          <a:xfrm>
            <a:off x="7984168" y="2899304"/>
            <a:ext cx="1739579" cy="635559"/>
          </a:xfrm>
          <a:prstGeom prst="rect">
            <a:avLst/>
          </a:prstGeom>
          <a:noFill/>
        </p:spPr>
        <p:txBody>
          <a:bodyPr wrap="none" rtlCol="0">
            <a:spAutoFit/>
          </a:bodyPr>
          <a:lstStyle/>
          <a:p>
            <a:r>
              <a:rPr lang="en-US" dirty="0"/>
              <a:t>0</a:t>
            </a:r>
          </a:p>
          <a:p>
            <a:r>
              <a:rPr lang="en-US" dirty="0"/>
              <a:t>I’m repeating!</a:t>
            </a:r>
          </a:p>
        </p:txBody>
      </p:sp>
    </p:spTree>
    <p:custDataLst>
      <p:custData r:id="rId1"/>
      <p:custData r:id="rId2"/>
    </p:custDataLst>
    <p:extLst>
      <p:ext uri="{BB962C8B-B14F-4D97-AF65-F5344CB8AC3E}">
        <p14:creationId xmlns:p14="http://schemas.microsoft.com/office/powerpoint/2010/main" val="253395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6"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3AC31E-5AA1-134E-27A3-D7C46C8546A7}"/>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ADF228AF-822F-4819-9EB8-406258D6BB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8" name="Rectangle 17">
              <a:extLst>
                <a:ext uri="{FF2B5EF4-FFF2-40B4-BE49-F238E27FC236}">
                  <a16:creationId xmlns:a16="http://schemas.microsoft.com/office/drawing/2014/main" id="{38D7DDBD-CAAB-4AE7-930D-FCE007CBD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4">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1DFEF9B7-500D-44A2-952F-C322F13C9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C4137BE8-DA41-4563-A6DE-A5D80DE6E7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D8D380D3-7714-4E3F-8BA2-66B22BFD4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4ECA7627-07BD-4F00-90E9-C6BB2199E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261968C9-1992-4391-8E5B-1F358BB645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5">
              <a:extLst>
                <a:ext uri="{FF2B5EF4-FFF2-40B4-BE49-F238E27FC236}">
                  <a16:creationId xmlns:a16="http://schemas.microsoft.com/office/drawing/2014/main" id="{308983D8-1DA4-4D97-A8B5-59825C0E4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5" name="Freeform 5">
              <a:extLst>
                <a:ext uri="{FF2B5EF4-FFF2-40B4-BE49-F238E27FC236}">
                  <a16:creationId xmlns:a16="http://schemas.microsoft.com/office/drawing/2014/main" id="{009B6231-043B-4F66-BCC4-813B76F77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6" name="Freeform 5">
              <a:extLst>
                <a:ext uri="{FF2B5EF4-FFF2-40B4-BE49-F238E27FC236}">
                  <a16:creationId xmlns:a16="http://schemas.microsoft.com/office/drawing/2014/main" id="{36B7E87D-14CF-4349-AC4D-69DF5D84EB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51" name="Rectangle 50">
            <a:extLst>
              <a:ext uri="{FF2B5EF4-FFF2-40B4-BE49-F238E27FC236}">
                <a16:creationId xmlns:a16="http://schemas.microsoft.com/office/drawing/2014/main" id="{4EB623E5-BC7C-4763-B7CD-C7D5F91F1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53" name="Freeform: Shape 52">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54"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55"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E4CBADE4-AB1D-2529-8E6B-A7D0CBEBCAED}"/>
              </a:ext>
            </a:extLst>
          </p:cNvPr>
          <p:cNvSpPr>
            <a:spLocks noGrp="1"/>
          </p:cNvSpPr>
          <p:nvPr>
            <p:ph type="title"/>
          </p:nvPr>
        </p:nvSpPr>
        <p:spPr>
          <a:xfrm>
            <a:off x="639098" y="629265"/>
            <a:ext cx="5132438" cy="1622322"/>
          </a:xfrm>
        </p:spPr>
        <p:txBody>
          <a:bodyPr vert="horz" lIns="91440" tIns="45720" rIns="91440" bIns="45720" rtlCol="0" anchor="ctr">
            <a:normAutofit/>
          </a:bodyPr>
          <a:lstStyle/>
          <a:p>
            <a:r>
              <a:rPr lang="en-US" b="0" i="0" kern="1200">
                <a:solidFill>
                  <a:schemeClr val="tx1"/>
                </a:solidFill>
                <a:latin typeface="+mj-lt"/>
                <a:ea typeface="+mj-ea"/>
                <a:cs typeface="+mj-cs"/>
              </a:rPr>
              <a:t>Using Libraries</a:t>
            </a:r>
          </a:p>
        </p:txBody>
      </p:sp>
      <p:sp>
        <p:nvSpPr>
          <p:cNvPr id="56" name="Rectangle 55">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106D89D-D9C5-B840-5D92-2D9AF8B0950D}"/>
              </a:ext>
            </a:extLst>
          </p:cNvPr>
          <p:cNvSpPr>
            <a:spLocks noGrp="1"/>
          </p:cNvSpPr>
          <p:nvPr>
            <p:ph sz="quarter" idx="12"/>
          </p:nvPr>
        </p:nvSpPr>
        <p:spPr>
          <a:xfrm>
            <a:off x="639098" y="2418735"/>
            <a:ext cx="5132439" cy="3811742"/>
          </a:xfrm>
        </p:spPr>
        <p:txBody>
          <a:bodyPr vert="horz" lIns="91440" tIns="45720" rIns="91440" bIns="45720" rtlCol="0" anchor="ctr">
            <a:normAutofit/>
          </a:bodyPr>
          <a:lstStyle/>
          <a:p>
            <a:pPr marL="0" indent="0">
              <a:buSzPct val="80000"/>
              <a:buFont typeface="Wingdings 3" charset="2"/>
              <a:buChar char=""/>
            </a:pPr>
            <a:r>
              <a:rPr lang="en-US" dirty="0">
                <a:solidFill>
                  <a:schemeClr val="tx1"/>
                </a:solidFill>
              </a:rPr>
              <a:t>Developers like to share code with each other, and this is done through libraries. They help save time since we can reuse code and develop technology further through collaboration. This is what you will be doing with PYNQ! Some examples of what you can do with a library are </a:t>
            </a:r>
            <a:r>
              <a:rPr lang="en-US">
                <a:solidFill>
                  <a:schemeClr val="tx1"/>
                </a:solidFill>
              </a:rPr>
              <a:t>shown here:</a:t>
            </a:r>
          </a:p>
        </p:txBody>
      </p:sp>
      <p:pic>
        <p:nvPicPr>
          <p:cNvPr id="7" name="Picture 6">
            <a:extLst>
              <a:ext uri="{FF2B5EF4-FFF2-40B4-BE49-F238E27FC236}">
                <a16:creationId xmlns:a16="http://schemas.microsoft.com/office/drawing/2014/main" id="{2650AE1E-D8E4-4853-AC60-688E37D7C00B}"/>
              </a:ext>
            </a:extLst>
          </p:cNvPr>
          <p:cNvPicPr>
            <a:picLocks noChangeAspect="1"/>
          </p:cNvPicPr>
          <p:nvPr/>
        </p:nvPicPr>
        <p:blipFill>
          <a:blip r:embed="rId5"/>
          <a:srcRect t="2343" r="-3" b="1389"/>
          <a:stretch>
            <a:fillRect/>
          </a:stretch>
        </p:blipFill>
        <p:spPr>
          <a:xfrm>
            <a:off x="7066519" y="645107"/>
            <a:ext cx="4125341" cy="2710388"/>
          </a:xfrm>
          <a:prstGeom prst="rect">
            <a:avLst/>
          </a:prstGeom>
        </p:spPr>
      </p:pic>
      <p:pic>
        <p:nvPicPr>
          <p:cNvPr id="12" name="Picture 11">
            <a:extLst>
              <a:ext uri="{FF2B5EF4-FFF2-40B4-BE49-F238E27FC236}">
                <a16:creationId xmlns:a16="http://schemas.microsoft.com/office/drawing/2014/main" id="{3CAB4E32-A74B-1491-910B-D5D7D9DD4530}"/>
              </a:ext>
            </a:extLst>
          </p:cNvPr>
          <p:cNvPicPr>
            <a:picLocks noChangeAspect="1"/>
          </p:cNvPicPr>
          <p:nvPr/>
        </p:nvPicPr>
        <p:blipFill>
          <a:blip r:embed="rId6"/>
          <a:srcRect t="11613" r="-3" b="11316"/>
          <a:stretch>
            <a:fillRect/>
          </a:stretch>
        </p:blipFill>
        <p:spPr>
          <a:xfrm>
            <a:off x="7064595" y="3520086"/>
            <a:ext cx="4125334" cy="2710389"/>
          </a:xfrm>
          <a:prstGeom prst="rect">
            <a:avLst/>
          </a:prstGeom>
        </p:spPr>
      </p:pic>
    </p:spTree>
    <p:custDataLst>
      <p:custData r:id="rId1"/>
      <p:custData r:id="rId2"/>
    </p:custDataLst>
    <p:extLst>
      <p:ext uri="{BB962C8B-B14F-4D97-AF65-F5344CB8AC3E}">
        <p14:creationId xmlns:p14="http://schemas.microsoft.com/office/powerpoint/2010/main" val="24651008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7" name="Rectangle 16">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9" name="Group 18">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5" name="Rectangle 14">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p:cNvSpPr>
            <a:spLocks noGrp="1"/>
          </p:cNvSpPr>
          <p:nvPr>
            <p:ph type="title"/>
          </p:nvPr>
        </p:nvSpPr>
        <p:spPr>
          <a:xfrm>
            <a:off x="4678420" y="1370143"/>
            <a:ext cx="6391270" cy="4157446"/>
          </a:xfrm>
        </p:spPr>
        <p:txBody>
          <a:bodyPr vert="horz" lIns="91440" tIns="45720" rIns="91440" bIns="45720" rtlCol="0" anchor="ctr">
            <a:normAutofit/>
          </a:bodyPr>
          <a:lstStyle/>
          <a:p>
            <a:r>
              <a:rPr lang="en-US" sz="6600">
                <a:solidFill>
                  <a:schemeClr val="tx1"/>
                </a:solidFill>
              </a:rPr>
              <a:t>Level Up: The FPGA &amp; the DPU</a:t>
            </a:r>
          </a:p>
        </p:txBody>
      </p:sp>
      <p:sp>
        <p:nvSpPr>
          <p:cNvPr id="3" name="Text Placeholder 2"/>
          <p:cNvSpPr>
            <a:spLocks noGrp="1"/>
          </p:cNvSpPr>
          <p:nvPr>
            <p:ph type="body" sz="quarter" idx="14"/>
          </p:nvPr>
        </p:nvSpPr>
        <p:spPr>
          <a:xfrm>
            <a:off x="1121861" y="1370143"/>
            <a:ext cx="2913091" cy="4157446"/>
          </a:xfrm>
        </p:spPr>
        <p:txBody>
          <a:bodyPr vert="horz" lIns="91440" tIns="45720" rIns="91440" bIns="45720" rtlCol="0" anchor="ctr">
            <a:normAutofit/>
          </a:bodyPr>
          <a:lstStyle/>
          <a:p>
            <a:pPr algn="r">
              <a:spcBef>
                <a:spcPts val="1000"/>
              </a:spcBef>
            </a:pPr>
            <a:r>
              <a:rPr lang="en-US" sz="2000" cap="all">
                <a:solidFill>
                  <a:schemeClr val="accent1">
                    <a:lumMod val="60000"/>
                    <a:lumOff val="40000"/>
                  </a:schemeClr>
                </a:solidFill>
              </a:rPr>
              <a:t>How a Python library can rewire your chip into an AI accelerator</a:t>
            </a:r>
          </a:p>
        </p:txBody>
      </p:sp>
      <p:cxnSp>
        <p:nvCxnSpPr>
          <p:cNvPr id="20" name="Straight Connector 19">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nSpc>
                <a:spcPct val="90000"/>
              </a:lnSpc>
            </a:pPr>
            <a:r>
              <a:rPr lang="en-US" sz="2800" b="0" i="0" kern="1200" dirty="0">
                <a:solidFill>
                  <a:schemeClr val="bg2"/>
                </a:solidFill>
                <a:latin typeface="+mj-lt"/>
                <a:ea typeface="+mj-ea"/>
                <a:cs typeface="+mj-cs"/>
              </a:rPr>
              <a:t>Where the magic happens: hardware libraries</a:t>
            </a:r>
          </a:p>
        </p:txBody>
      </p:sp>
      <p:sp>
        <p:nvSpPr>
          <p:cNvPr id="3" name="Content Placeholder 2"/>
          <p:cNvSpPr>
            <a:spLocks noGrp="1"/>
          </p:cNvSpPr>
          <p:nvPr>
            <p:ph sz="quarter" idx="10"/>
          </p:nvPr>
        </p:nvSpPr>
        <p:spPr>
          <a:xfrm>
            <a:off x="6545726" y="2603500"/>
            <a:ext cx="4647207" cy="3416300"/>
          </a:xfrm>
        </p:spPr>
        <p:txBody>
          <a:bodyPr vert="horz" lIns="91440" tIns="45720" rIns="91440" bIns="45720" rtlCol="0" anchor="ctr">
            <a:normAutofit/>
          </a:bodyPr>
          <a:lstStyle/>
          <a:p>
            <a:pPr>
              <a:buSzPct val="80000"/>
              <a:buFont typeface="Wingdings 3" charset="2"/>
              <a:buChar char=""/>
            </a:pPr>
            <a:r>
              <a:rPr lang="en-US" sz="2000" dirty="0"/>
              <a:t>Our code has been running on the board's CPU — just like a laptop.</a:t>
            </a:r>
          </a:p>
          <a:p>
            <a:pPr>
              <a:buSzPct val="80000"/>
              <a:buFont typeface="Wingdings 3" charset="2"/>
              <a:buChar char=""/>
            </a:pPr>
            <a:r>
              <a:rPr lang="en-US" sz="2000" dirty="0"/>
              <a:t>But underneath sits re-programmable hardware called an FPGA.</a:t>
            </a:r>
          </a:p>
          <a:p>
            <a:pPr>
              <a:buSzPct val="80000"/>
              <a:buFont typeface="Wingdings 3" charset="2"/>
              <a:buChar char=""/>
            </a:pPr>
            <a:r>
              <a:rPr lang="en-US" sz="2000" dirty="0"/>
              <a:t>Some libraries (overlays) don't just run code — they rewire the chip.</a:t>
            </a:r>
          </a:p>
        </p:txBody>
      </p:sp>
      <p:grpSp>
        <p:nvGrpSpPr>
          <p:cNvPr id="17" name="Group 16">
            <a:extLst>
              <a:ext uri="{FF2B5EF4-FFF2-40B4-BE49-F238E27FC236}">
                <a16:creationId xmlns:a16="http://schemas.microsoft.com/office/drawing/2014/main" id="{CC5904F2-1CE2-72FA-9C8B-8B93AEE5294F}"/>
              </a:ext>
            </a:extLst>
          </p:cNvPr>
          <p:cNvGrpSpPr/>
          <p:nvPr/>
        </p:nvGrpSpPr>
        <p:grpSpPr>
          <a:xfrm>
            <a:off x="1038943" y="2284810"/>
            <a:ext cx="3877733" cy="2023968"/>
            <a:chOff x="548640" y="3017520"/>
            <a:chExt cx="5120640" cy="2926080"/>
          </a:xfrm>
        </p:grpSpPr>
        <p:sp>
          <p:nvSpPr>
            <p:cNvPr id="4" name="Rounded Rectangle 3"/>
            <p:cNvSpPr/>
            <p:nvPr/>
          </p:nvSpPr>
          <p:spPr>
            <a:xfrm>
              <a:off x="548640" y="3017520"/>
              <a:ext cx="5120640" cy="2926080"/>
            </a:xfrm>
            <a:prstGeom prst="roundRect">
              <a:avLst/>
            </a:prstGeom>
            <a:solidFill>
              <a:srgbClr val="FFFFFF"/>
            </a:solidFill>
            <a:ln w="19050">
              <a:solidFill>
                <a:srgbClr val="63646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3207208"/>
              <a:ext cx="5120640" cy="297281"/>
            </a:xfrm>
            <a:prstGeom prst="rect">
              <a:avLst/>
            </a:prstGeom>
            <a:noFill/>
          </p:spPr>
          <p:txBody>
            <a:bodyPr wrap="square" lIns="45720" tIns="18000" rIns="45720" bIns="18000" anchor="ctr">
              <a:spAutoFit/>
            </a:bodyPr>
            <a:lstStyle/>
            <a:p>
              <a:pPr algn="ctr" defTabSz="420609">
                <a:spcAft>
                  <a:spcPts val="600"/>
                </a:spcAft>
              </a:pPr>
              <a:r>
                <a:rPr sz="1100" b="1" kern="1200" dirty="0">
                  <a:solidFill>
                    <a:srgbClr val="636466"/>
                  </a:solidFill>
                  <a:latin typeface="+mn-lt"/>
                  <a:ea typeface="+mn-ea"/>
                  <a:cs typeface="+mn-cs"/>
                </a:rPr>
                <a:t>SOFTWARE  library</a:t>
              </a:r>
              <a:endParaRPr sz="1100" b="1" dirty="0">
                <a:solidFill>
                  <a:srgbClr val="636466"/>
                </a:solidFill>
              </a:endParaRPr>
            </a:p>
          </p:txBody>
        </p:sp>
        <p:sp>
          <p:nvSpPr>
            <p:cNvPr id="6" name="Rounded Rectangle 5"/>
            <p:cNvSpPr/>
            <p:nvPr/>
          </p:nvSpPr>
          <p:spPr>
            <a:xfrm>
              <a:off x="914400" y="3703320"/>
              <a:ext cx="4389120" cy="685800"/>
            </a:xfrm>
            <a:prstGeom prst="roundRect">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20609">
                <a:spcAft>
                  <a:spcPts val="600"/>
                </a:spcAft>
              </a:pPr>
              <a:r>
                <a:rPr sz="1200" b="1" kern="1200" dirty="0">
                  <a:solidFill>
                    <a:srgbClr val="FFFFFF"/>
                  </a:solidFill>
                  <a:latin typeface="+mn-lt"/>
                  <a:ea typeface="+mn-ea"/>
                  <a:cs typeface="+mn-cs"/>
                </a:rPr>
                <a:t>CPU  (the board's regular processor)</a:t>
              </a:r>
              <a:endParaRPr sz="1200" b="1" dirty="0">
                <a:solidFill>
                  <a:srgbClr val="FFFFFF"/>
                </a:solidFill>
              </a:endParaRPr>
            </a:p>
          </p:txBody>
        </p:sp>
        <p:sp>
          <p:nvSpPr>
            <p:cNvPr id="7" name="Rounded Rectangle 6"/>
            <p:cNvSpPr/>
            <p:nvPr/>
          </p:nvSpPr>
          <p:spPr>
            <a:xfrm>
              <a:off x="914400" y="4617720"/>
              <a:ext cx="4389120" cy="1005840"/>
            </a:xfrm>
            <a:prstGeom prst="roundRect">
              <a:avLst/>
            </a:prstGeom>
            <a:solidFill>
              <a:srgbClr val="FFFFFF"/>
            </a:solidFill>
            <a:ln w="15875">
              <a:solidFill>
                <a:srgbClr val="636466"/>
              </a:solid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20609">
                <a:spcAft>
                  <a:spcPts val="600"/>
                </a:spcAft>
              </a:pPr>
              <a:r>
                <a:rPr sz="1200" b="1" kern="1200" dirty="0">
                  <a:solidFill>
                    <a:srgbClr val="000000"/>
                  </a:solidFill>
                  <a:latin typeface="+mn-lt"/>
                  <a:ea typeface="+mn-ea"/>
                  <a:cs typeface="+mn-cs"/>
                </a:rPr>
                <a:t>changes what your</a:t>
              </a:r>
            </a:p>
            <a:p>
              <a:pPr algn="ctr" defTabSz="420609">
                <a:spcAft>
                  <a:spcPts val="600"/>
                </a:spcAft>
              </a:pPr>
              <a:r>
                <a:rPr sz="1200" b="1" kern="1200" dirty="0">
                  <a:solidFill>
                    <a:srgbClr val="000000"/>
                  </a:solidFill>
                  <a:latin typeface="+mn-lt"/>
                  <a:ea typeface="+mn-ea"/>
                  <a:cs typeface="+mn-cs"/>
                </a:rPr>
                <a:t>code  DOES</a:t>
              </a:r>
              <a:endParaRPr sz="1200" b="1" dirty="0">
                <a:solidFill>
                  <a:srgbClr val="000000"/>
                </a:solidFill>
              </a:endParaRPr>
            </a:p>
          </p:txBody>
        </p:sp>
      </p:grpSp>
      <p:grpSp>
        <p:nvGrpSpPr>
          <p:cNvPr id="16" name="Group 15">
            <a:extLst>
              <a:ext uri="{FF2B5EF4-FFF2-40B4-BE49-F238E27FC236}">
                <a16:creationId xmlns:a16="http://schemas.microsoft.com/office/drawing/2014/main" id="{5EB69A9C-D845-148C-DA39-B5B2A6913D91}"/>
              </a:ext>
            </a:extLst>
          </p:cNvPr>
          <p:cNvGrpSpPr/>
          <p:nvPr/>
        </p:nvGrpSpPr>
        <p:grpSpPr>
          <a:xfrm>
            <a:off x="999067" y="4521923"/>
            <a:ext cx="3845649" cy="2119911"/>
            <a:chOff x="6309360" y="3017520"/>
            <a:chExt cx="5120640" cy="2926080"/>
          </a:xfrm>
        </p:grpSpPr>
        <p:sp>
          <p:nvSpPr>
            <p:cNvPr id="8" name="Rounded Rectangle 7"/>
            <p:cNvSpPr/>
            <p:nvPr/>
          </p:nvSpPr>
          <p:spPr>
            <a:xfrm>
              <a:off x="6309360" y="3017520"/>
              <a:ext cx="5120640" cy="2926080"/>
            </a:xfrm>
            <a:prstGeom prst="roundRect">
              <a:avLst/>
            </a:prstGeom>
            <a:solidFill>
              <a:srgbClr val="FFFFFF"/>
            </a:solidFill>
            <a:ln w="19050">
              <a:solidFill>
                <a:srgbClr val="9D9FA2"/>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309360" y="3203315"/>
              <a:ext cx="5120640" cy="305068"/>
            </a:xfrm>
            <a:prstGeom prst="rect">
              <a:avLst/>
            </a:prstGeom>
            <a:noFill/>
          </p:spPr>
          <p:txBody>
            <a:bodyPr wrap="square" lIns="45720" tIns="18000" rIns="45720" bIns="18000" anchor="ctr">
              <a:spAutoFit/>
            </a:bodyPr>
            <a:lstStyle/>
            <a:p>
              <a:pPr algn="ctr" defTabSz="420609">
                <a:spcAft>
                  <a:spcPts val="600"/>
                </a:spcAft>
              </a:pPr>
              <a:r>
                <a:rPr sz="1200" b="1" kern="1200" dirty="0">
                  <a:solidFill>
                    <a:srgbClr val="9D9FA2"/>
                  </a:solidFill>
                  <a:latin typeface="+mn-lt"/>
                  <a:ea typeface="+mn-ea"/>
                  <a:cs typeface="+mn-cs"/>
                </a:rPr>
                <a:t>HARDWARE  library  (overlay)</a:t>
              </a:r>
              <a:endParaRPr sz="1200" b="1" dirty="0">
                <a:solidFill>
                  <a:srgbClr val="9D9FA2"/>
                </a:solidFill>
              </a:endParaRPr>
            </a:p>
          </p:txBody>
        </p:sp>
        <p:sp>
          <p:nvSpPr>
            <p:cNvPr id="10" name="Rounded Rectangle 9"/>
            <p:cNvSpPr/>
            <p:nvPr/>
          </p:nvSpPr>
          <p:spPr>
            <a:xfrm>
              <a:off x="6537960" y="3749039"/>
              <a:ext cx="1965960" cy="868680"/>
            </a:xfrm>
            <a:prstGeom prst="roundRect">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20609">
                <a:spcAft>
                  <a:spcPts val="600"/>
                </a:spcAft>
              </a:pPr>
              <a:r>
                <a:rPr sz="1100" b="1" kern="1200" dirty="0">
                  <a:solidFill>
                    <a:srgbClr val="FFFFFF"/>
                  </a:solidFill>
                  <a:latin typeface="+mn-lt"/>
                  <a:ea typeface="+mn-ea"/>
                  <a:cs typeface="+mn-cs"/>
                </a:rPr>
                <a:t>CPU</a:t>
              </a:r>
            </a:p>
            <a:p>
              <a:pPr algn="ctr" defTabSz="420609">
                <a:spcAft>
                  <a:spcPts val="600"/>
                </a:spcAft>
              </a:pPr>
              <a:r>
                <a:rPr sz="1100" b="1" kern="1200" dirty="0">
                  <a:solidFill>
                    <a:srgbClr val="FFFFFF"/>
                  </a:solidFill>
                  <a:latin typeface="+mn-lt"/>
                  <a:ea typeface="+mn-ea"/>
                  <a:cs typeface="+mn-cs"/>
                </a:rPr>
                <a:t>runs your</a:t>
              </a:r>
            </a:p>
            <a:p>
              <a:pPr algn="ctr" defTabSz="420609">
                <a:spcAft>
                  <a:spcPts val="600"/>
                </a:spcAft>
              </a:pPr>
              <a:r>
                <a:rPr sz="1100" b="1" kern="1200" dirty="0">
                  <a:solidFill>
                    <a:srgbClr val="FFFFFF"/>
                  </a:solidFill>
                  <a:latin typeface="+mn-lt"/>
                  <a:ea typeface="+mn-ea"/>
                  <a:cs typeface="+mn-cs"/>
                </a:rPr>
                <a:t>Python</a:t>
              </a:r>
              <a:endParaRPr sz="1100" b="1" dirty="0">
                <a:solidFill>
                  <a:srgbClr val="FFFFFF"/>
                </a:solidFill>
              </a:endParaRPr>
            </a:p>
          </p:txBody>
        </p:sp>
        <p:sp>
          <p:nvSpPr>
            <p:cNvPr id="11" name="Rounded Rectangle 10"/>
            <p:cNvSpPr/>
            <p:nvPr/>
          </p:nvSpPr>
          <p:spPr>
            <a:xfrm>
              <a:off x="9235440" y="3749039"/>
              <a:ext cx="1965960" cy="868680"/>
            </a:xfrm>
            <a:prstGeom prst="roundRect">
              <a:avLst/>
            </a:prstGeom>
            <a:solidFill>
              <a:srgbClr val="9D9FA2"/>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20609">
                <a:spcAft>
                  <a:spcPts val="600"/>
                </a:spcAft>
              </a:pPr>
              <a:r>
                <a:rPr sz="1100" b="1" kern="1200" dirty="0">
                  <a:solidFill>
                    <a:srgbClr val="FFFFFF"/>
                  </a:solidFill>
                  <a:latin typeface="+mn-lt"/>
                  <a:ea typeface="+mn-ea"/>
                  <a:cs typeface="+mn-cs"/>
                </a:rPr>
                <a:t>FPGA</a:t>
              </a:r>
            </a:p>
            <a:p>
              <a:pPr algn="ctr" defTabSz="420609">
                <a:spcAft>
                  <a:spcPts val="600"/>
                </a:spcAft>
              </a:pPr>
              <a:r>
                <a:rPr sz="1100" b="1" kern="1200" dirty="0">
                  <a:solidFill>
                    <a:srgbClr val="FFFFFF"/>
                  </a:solidFill>
                  <a:latin typeface="+mn-lt"/>
                  <a:ea typeface="+mn-ea"/>
                  <a:cs typeface="+mn-cs"/>
                </a:rPr>
                <a:t>does the</a:t>
              </a:r>
            </a:p>
            <a:p>
              <a:pPr algn="ctr" defTabSz="420609">
                <a:spcAft>
                  <a:spcPts val="600"/>
                </a:spcAft>
              </a:pPr>
              <a:r>
                <a:rPr sz="1100" b="1" kern="1200" dirty="0">
                  <a:solidFill>
                    <a:srgbClr val="FFFFFF"/>
                  </a:solidFill>
                  <a:latin typeface="+mn-lt"/>
                  <a:ea typeface="+mn-ea"/>
                  <a:cs typeface="+mn-cs"/>
                </a:rPr>
                <a:t>heavy work</a:t>
              </a:r>
              <a:endParaRPr sz="1100" b="1" dirty="0">
                <a:solidFill>
                  <a:srgbClr val="FFFFFF"/>
                </a:solidFill>
              </a:endParaRPr>
            </a:p>
          </p:txBody>
        </p:sp>
        <p:cxnSp>
          <p:nvCxnSpPr>
            <p:cNvPr id="12" name="Connector 11"/>
            <p:cNvCxnSpPr/>
            <p:nvPr/>
          </p:nvCxnSpPr>
          <p:spPr>
            <a:xfrm>
              <a:off x="8503920" y="4187952"/>
              <a:ext cx="73152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503920" y="4434840"/>
              <a:ext cx="73152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12480" y="4679928"/>
              <a:ext cx="1737360" cy="241344"/>
            </a:xfrm>
            <a:prstGeom prst="rect">
              <a:avLst/>
            </a:prstGeom>
            <a:noFill/>
          </p:spPr>
          <p:txBody>
            <a:bodyPr wrap="square" lIns="45720" tIns="18000" rIns="45720" bIns="18000" anchor="ctr">
              <a:spAutoFit/>
            </a:bodyPr>
            <a:lstStyle/>
            <a:p>
              <a:pPr algn="ctr" defTabSz="420609">
                <a:spcAft>
                  <a:spcPts val="600"/>
                </a:spcAft>
              </a:pPr>
              <a:endParaRPr sz="900" b="1" dirty="0">
                <a:solidFill>
                  <a:srgbClr val="000000"/>
                </a:solidFill>
              </a:endParaRPr>
            </a:p>
          </p:txBody>
        </p:sp>
        <p:sp>
          <p:nvSpPr>
            <p:cNvPr id="15" name="Rounded Rectangle 14"/>
            <p:cNvSpPr/>
            <p:nvPr/>
          </p:nvSpPr>
          <p:spPr>
            <a:xfrm>
              <a:off x="6537960" y="4983479"/>
              <a:ext cx="4663440" cy="777240"/>
            </a:xfrm>
            <a:prstGeom prst="roundRect">
              <a:avLst/>
            </a:prstGeom>
            <a:solidFill>
              <a:srgbClr val="FFFFFF"/>
            </a:solidFill>
            <a:ln w="15875">
              <a:solidFill>
                <a:srgbClr val="9D9FA2"/>
              </a:solid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20609">
                <a:spcAft>
                  <a:spcPts val="600"/>
                </a:spcAft>
              </a:pPr>
              <a:r>
                <a:rPr sz="1200" b="1" kern="1200" dirty="0">
                  <a:solidFill>
                    <a:srgbClr val="000000"/>
                  </a:solidFill>
                  <a:latin typeface="+mn-lt"/>
                  <a:ea typeface="+mn-ea"/>
                  <a:cs typeface="+mn-cs"/>
                </a:rPr>
                <a:t>the overlay adds an FPGA circuit  →  changes what your chip IS</a:t>
              </a:r>
              <a:endParaRPr sz="1200" b="1" dirty="0">
                <a:solidFill>
                  <a:srgbClr val="000000"/>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b="0" i="0" kern="1200" dirty="0">
                <a:solidFill>
                  <a:schemeClr val="bg2"/>
                </a:solidFill>
                <a:latin typeface="+mj-lt"/>
                <a:ea typeface="+mj-ea"/>
                <a:cs typeface="+mj-cs"/>
              </a:rPr>
              <a:t>What is an FPGA?</a:t>
            </a:r>
          </a:p>
        </p:txBody>
      </p:sp>
      <p:graphicFrame>
        <p:nvGraphicFramePr>
          <p:cNvPr id="36" name="Content Placeholder 2">
            <a:extLst>
              <a:ext uri="{FF2B5EF4-FFF2-40B4-BE49-F238E27FC236}">
                <a16:creationId xmlns:a16="http://schemas.microsoft.com/office/drawing/2014/main" id="{9CE80D12-6664-60BD-6FAB-2C7E9809B40C}"/>
              </a:ext>
            </a:extLst>
          </p:cNvPr>
          <p:cNvGraphicFramePr>
            <a:graphicFrameLocks noGrp="1"/>
          </p:cNvGraphicFramePr>
          <p:nvPr>
            <p:ph sz="quarter" idx="10"/>
            <p:extLst>
              <p:ext uri="{D42A27DB-BD31-4B8C-83A1-F6EECF244321}">
                <p14:modId xmlns:p14="http://schemas.microsoft.com/office/powerpoint/2010/main" val="3898630350"/>
              </p:ext>
            </p:extLst>
          </p:nvPr>
        </p:nvGraphicFramePr>
        <p:xfrm>
          <a:off x="6545726" y="2603500"/>
          <a:ext cx="4647207"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3" name="Group 32">
            <a:extLst>
              <a:ext uri="{FF2B5EF4-FFF2-40B4-BE49-F238E27FC236}">
                <a16:creationId xmlns:a16="http://schemas.microsoft.com/office/drawing/2014/main" id="{3F7FA6A5-EDCC-0776-4CDA-7C0399F67821}"/>
              </a:ext>
            </a:extLst>
          </p:cNvPr>
          <p:cNvGrpSpPr/>
          <p:nvPr/>
        </p:nvGrpSpPr>
        <p:grpSpPr>
          <a:xfrm>
            <a:off x="1151467" y="4500562"/>
            <a:ext cx="3072867" cy="2085515"/>
            <a:chOff x="548640" y="2926080"/>
            <a:chExt cx="5120640" cy="3017520"/>
          </a:xfrm>
        </p:grpSpPr>
        <p:sp>
          <p:nvSpPr>
            <p:cNvPr id="4" name="Rounded Rectangle 3"/>
            <p:cNvSpPr/>
            <p:nvPr/>
          </p:nvSpPr>
          <p:spPr>
            <a:xfrm>
              <a:off x="548640" y="2926080"/>
              <a:ext cx="5120640" cy="3017520"/>
            </a:xfrm>
            <a:prstGeom prst="roundRect">
              <a:avLst/>
            </a:prstGeom>
            <a:solidFill>
              <a:srgbClr val="FFFFFF"/>
            </a:solidFill>
            <a:ln w="19050">
              <a:solidFill>
                <a:srgbClr val="636466"/>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3035808"/>
              <a:ext cx="5120640" cy="457200"/>
            </a:xfrm>
            <a:prstGeom prst="rect">
              <a:avLst/>
            </a:prstGeom>
            <a:noFill/>
          </p:spPr>
          <p:txBody>
            <a:bodyPr wrap="square" lIns="45720" tIns="18000" rIns="45720" bIns="18000" anchor="ctr">
              <a:spAutoFit/>
            </a:bodyPr>
            <a:lstStyle/>
            <a:p>
              <a:pPr algn="ctr" defTabSz="419694">
                <a:spcAft>
                  <a:spcPts val="612"/>
                </a:spcAft>
              </a:pPr>
              <a:r>
                <a:rPr sz="689" b="1" kern="1200">
                  <a:solidFill>
                    <a:srgbClr val="969799"/>
                  </a:solidFill>
                  <a:latin typeface="+mn-lt"/>
                  <a:ea typeface="+mn-ea"/>
                  <a:cs typeface="+mn-cs"/>
                </a:rPr>
                <a:t>CPU  =  one very fast chef</a:t>
              </a:r>
              <a:endParaRPr sz="1500" b="1">
                <a:solidFill>
                  <a:srgbClr val="636466"/>
                </a:solidFill>
              </a:endParaRPr>
            </a:p>
          </p:txBody>
        </p:sp>
        <p:sp>
          <p:nvSpPr>
            <p:cNvPr id="6" name="TextBox 5"/>
            <p:cNvSpPr txBox="1"/>
            <p:nvPr/>
          </p:nvSpPr>
          <p:spPr>
            <a:xfrm>
              <a:off x="548640" y="3493008"/>
              <a:ext cx="5120640" cy="411480"/>
            </a:xfrm>
            <a:prstGeom prst="rect">
              <a:avLst/>
            </a:prstGeom>
            <a:noFill/>
          </p:spPr>
          <p:txBody>
            <a:bodyPr wrap="square" lIns="45720" tIns="18000" rIns="45720" bIns="18000" anchor="ctr">
              <a:spAutoFit/>
            </a:bodyPr>
            <a:lstStyle/>
            <a:p>
              <a:pPr algn="ctr" defTabSz="419694">
                <a:spcAft>
                  <a:spcPts val="612"/>
                </a:spcAft>
              </a:pPr>
              <a:r>
                <a:rPr sz="505" kern="1200">
                  <a:solidFill>
                    <a:srgbClr val="979797"/>
                  </a:solidFill>
                  <a:latin typeface="+mn-lt"/>
                  <a:ea typeface="+mn-ea"/>
                  <a:cs typeface="+mn-cs"/>
                </a:rPr>
                <a:t>does steps one after another</a:t>
              </a:r>
              <a:endParaRPr sz="1100" b="0">
                <a:solidFill>
                  <a:srgbClr val="000000"/>
                </a:solidFill>
              </a:endParaRPr>
            </a:p>
          </p:txBody>
        </p:sp>
        <p:sp>
          <p:nvSpPr>
            <p:cNvPr id="7" name="Pentagon 6"/>
            <p:cNvSpPr/>
            <p:nvPr/>
          </p:nvSpPr>
          <p:spPr>
            <a:xfrm>
              <a:off x="868680" y="4160520"/>
              <a:ext cx="1371600" cy="777240"/>
            </a:xfrm>
            <a:prstGeom prst="homePlate">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19694">
                <a:spcAft>
                  <a:spcPts val="612"/>
                </a:spcAft>
              </a:pPr>
              <a:r>
                <a:rPr sz="551" b="1" kern="1200">
                  <a:solidFill>
                    <a:srgbClr val="FFFFFF"/>
                  </a:solidFill>
                  <a:latin typeface="+mn-lt"/>
                  <a:ea typeface="+mn-ea"/>
                  <a:cs typeface="+mn-cs"/>
                </a:rPr>
                <a:t>Step 1</a:t>
              </a:r>
              <a:endParaRPr sz="1200" b="1">
                <a:solidFill>
                  <a:srgbClr val="FFFFFF"/>
                </a:solidFill>
              </a:endParaRPr>
            </a:p>
          </p:txBody>
        </p:sp>
        <p:sp>
          <p:nvSpPr>
            <p:cNvPr id="8" name="Pentagon 7"/>
            <p:cNvSpPr/>
            <p:nvPr/>
          </p:nvSpPr>
          <p:spPr>
            <a:xfrm>
              <a:off x="2377439" y="4160520"/>
              <a:ext cx="1371600" cy="777240"/>
            </a:xfrm>
            <a:prstGeom prst="homePlate">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19694">
                <a:spcAft>
                  <a:spcPts val="612"/>
                </a:spcAft>
              </a:pPr>
              <a:r>
                <a:rPr sz="551" b="1" kern="1200">
                  <a:solidFill>
                    <a:srgbClr val="FFFFFF"/>
                  </a:solidFill>
                  <a:latin typeface="+mn-lt"/>
                  <a:ea typeface="+mn-ea"/>
                  <a:cs typeface="+mn-cs"/>
                </a:rPr>
                <a:t>Step 2</a:t>
              </a:r>
              <a:endParaRPr sz="1200" b="1">
                <a:solidFill>
                  <a:srgbClr val="FFFFFF"/>
                </a:solidFill>
              </a:endParaRPr>
            </a:p>
          </p:txBody>
        </p:sp>
        <p:sp>
          <p:nvSpPr>
            <p:cNvPr id="9" name="Pentagon 8"/>
            <p:cNvSpPr/>
            <p:nvPr/>
          </p:nvSpPr>
          <p:spPr>
            <a:xfrm>
              <a:off x="3886200" y="4160520"/>
              <a:ext cx="1371600" cy="777240"/>
            </a:xfrm>
            <a:prstGeom prst="homePlate">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defTabSz="419694">
                <a:spcAft>
                  <a:spcPts val="612"/>
                </a:spcAft>
              </a:pPr>
              <a:r>
                <a:rPr sz="551" b="1" kern="1200">
                  <a:solidFill>
                    <a:srgbClr val="FFFFFF"/>
                  </a:solidFill>
                  <a:latin typeface="+mn-lt"/>
                  <a:ea typeface="+mn-ea"/>
                  <a:cs typeface="+mn-cs"/>
                </a:rPr>
                <a:t>Step 3</a:t>
              </a:r>
              <a:endParaRPr sz="1200" b="1">
                <a:solidFill>
                  <a:srgbClr val="FFFFFF"/>
                </a:solidFill>
              </a:endParaRPr>
            </a:p>
          </p:txBody>
        </p:sp>
        <p:sp>
          <p:nvSpPr>
            <p:cNvPr id="10" name="TextBox 9"/>
            <p:cNvSpPr txBox="1"/>
            <p:nvPr/>
          </p:nvSpPr>
          <p:spPr>
            <a:xfrm>
              <a:off x="548640" y="5257800"/>
              <a:ext cx="5120640" cy="457200"/>
            </a:xfrm>
            <a:prstGeom prst="rect">
              <a:avLst/>
            </a:prstGeom>
            <a:noFill/>
          </p:spPr>
          <p:txBody>
            <a:bodyPr wrap="square" lIns="45720" tIns="18000" rIns="45720" bIns="18000" anchor="ctr">
              <a:spAutoFit/>
            </a:bodyPr>
            <a:lstStyle/>
            <a:p>
              <a:pPr algn="ctr" defTabSz="419694">
                <a:spcAft>
                  <a:spcPts val="612"/>
                </a:spcAft>
              </a:pPr>
              <a:r>
                <a:rPr sz="597" b="1" kern="1200">
                  <a:solidFill>
                    <a:srgbClr val="979797"/>
                  </a:solidFill>
                  <a:latin typeface="+mn-lt"/>
                  <a:ea typeface="+mn-ea"/>
                  <a:cs typeface="+mn-cs"/>
                </a:rPr>
                <a:t>one worker, in order</a:t>
              </a:r>
              <a:endParaRPr sz="1300" b="1">
                <a:solidFill>
                  <a:srgbClr val="000000"/>
                </a:solidFill>
              </a:endParaRPr>
            </a:p>
          </p:txBody>
        </p:sp>
      </p:grpSp>
      <p:grpSp>
        <p:nvGrpSpPr>
          <p:cNvPr id="34" name="Group 33">
            <a:extLst>
              <a:ext uri="{FF2B5EF4-FFF2-40B4-BE49-F238E27FC236}">
                <a16:creationId xmlns:a16="http://schemas.microsoft.com/office/drawing/2014/main" id="{F7832688-F635-9B9B-41D6-6FA005120D8A}"/>
              </a:ext>
            </a:extLst>
          </p:cNvPr>
          <p:cNvGrpSpPr/>
          <p:nvPr/>
        </p:nvGrpSpPr>
        <p:grpSpPr>
          <a:xfrm>
            <a:off x="1184801" y="2232439"/>
            <a:ext cx="3039533" cy="2052509"/>
            <a:chOff x="6309360" y="2926080"/>
            <a:chExt cx="5120640" cy="3017520"/>
          </a:xfrm>
        </p:grpSpPr>
        <p:sp>
          <p:nvSpPr>
            <p:cNvPr id="11" name="Rounded Rectangle 10"/>
            <p:cNvSpPr/>
            <p:nvPr/>
          </p:nvSpPr>
          <p:spPr>
            <a:xfrm>
              <a:off x="6309360" y="2926080"/>
              <a:ext cx="5120640" cy="3017520"/>
            </a:xfrm>
            <a:prstGeom prst="roundRect">
              <a:avLst/>
            </a:prstGeom>
            <a:solidFill>
              <a:srgbClr val="FFFFFF"/>
            </a:solidFill>
            <a:ln w="19050">
              <a:solidFill>
                <a:srgbClr val="C1A968"/>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09360" y="3035808"/>
              <a:ext cx="5120640" cy="457200"/>
            </a:xfrm>
            <a:prstGeom prst="rect">
              <a:avLst/>
            </a:prstGeom>
            <a:noFill/>
          </p:spPr>
          <p:txBody>
            <a:bodyPr wrap="square" lIns="45720" tIns="18000" rIns="45720" bIns="18000" anchor="ctr">
              <a:spAutoFit/>
            </a:bodyPr>
            <a:lstStyle/>
            <a:p>
              <a:pPr algn="ctr" defTabSz="421157">
                <a:spcAft>
                  <a:spcPts val="294"/>
                </a:spcAft>
              </a:pPr>
              <a:r>
                <a:rPr sz="691" b="1" kern="1200">
                  <a:solidFill>
                    <a:srgbClr val="C1A968"/>
                  </a:solidFill>
                  <a:latin typeface="+mn-lt"/>
                  <a:ea typeface="+mn-ea"/>
                  <a:cs typeface="+mn-cs"/>
                </a:rPr>
                <a:t>FPGA  =  box of LEGO circuits</a:t>
              </a:r>
              <a:endParaRPr sz="1500" b="1">
                <a:solidFill>
                  <a:srgbClr val="C1A968"/>
                </a:solidFill>
              </a:endParaRPr>
            </a:p>
          </p:txBody>
        </p:sp>
        <p:sp>
          <p:nvSpPr>
            <p:cNvPr id="13" name="TextBox 12"/>
            <p:cNvSpPr txBox="1"/>
            <p:nvPr/>
          </p:nvSpPr>
          <p:spPr>
            <a:xfrm>
              <a:off x="6309360" y="3493008"/>
              <a:ext cx="5120640" cy="411480"/>
            </a:xfrm>
            <a:prstGeom prst="rect">
              <a:avLst/>
            </a:prstGeom>
            <a:noFill/>
          </p:spPr>
          <p:txBody>
            <a:bodyPr wrap="square" lIns="45720" tIns="18000" rIns="45720" bIns="18000" anchor="ctr">
              <a:spAutoFit/>
            </a:bodyPr>
            <a:lstStyle/>
            <a:p>
              <a:pPr algn="ctr" defTabSz="421157">
                <a:spcAft>
                  <a:spcPts val="294"/>
                </a:spcAft>
              </a:pPr>
              <a:r>
                <a:rPr sz="507" kern="1200">
                  <a:solidFill>
                    <a:srgbClr val="979797"/>
                  </a:solidFill>
                  <a:latin typeface="+mn-lt"/>
                  <a:ea typeface="+mn-ea"/>
                  <a:cs typeface="+mn-cs"/>
                </a:rPr>
                <a:t>build many workers, all at once</a:t>
              </a:r>
              <a:endParaRPr sz="1100" b="0">
                <a:solidFill>
                  <a:srgbClr val="000000"/>
                </a:solidFill>
              </a:endParaRPr>
            </a:p>
          </p:txBody>
        </p:sp>
        <p:sp>
          <p:nvSpPr>
            <p:cNvPr id="14" name="Rounded Rectangle 13"/>
            <p:cNvSpPr/>
            <p:nvPr/>
          </p:nvSpPr>
          <p:spPr>
            <a:xfrm>
              <a:off x="690372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745236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800100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854964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909828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46920" y="402336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90372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45236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800100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854964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909828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9646920" y="457200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690372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745236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800100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854964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909828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9646920" y="5120640"/>
              <a:ext cx="411480" cy="411480"/>
            </a:xfrm>
            <a:prstGeom prst="roundRect">
              <a:avLst/>
            </a:prstGeom>
            <a:solidFill>
              <a:srgbClr val="C1A968"/>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309360" y="5532120"/>
              <a:ext cx="5120640" cy="365760"/>
            </a:xfrm>
            <a:prstGeom prst="rect">
              <a:avLst/>
            </a:prstGeom>
            <a:noFill/>
          </p:spPr>
          <p:txBody>
            <a:bodyPr wrap="square" lIns="45720" tIns="18000" rIns="45720" bIns="18000" anchor="ctr">
              <a:spAutoFit/>
            </a:bodyPr>
            <a:lstStyle/>
            <a:p>
              <a:pPr algn="ctr" defTabSz="421157">
                <a:spcAft>
                  <a:spcPts val="294"/>
                </a:spcAft>
              </a:pPr>
              <a:r>
                <a:rPr sz="599" b="1" kern="1200">
                  <a:solidFill>
                    <a:srgbClr val="979797"/>
                  </a:solidFill>
                  <a:latin typeface="+mn-lt"/>
                  <a:ea typeface="+mn-ea"/>
                  <a:cs typeface="+mn-cs"/>
                </a:rPr>
                <a:t>many workers, in parallel</a:t>
              </a:r>
              <a:endParaRPr sz="1300" b="1">
                <a:solidFill>
                  <a:srgbClr val="000000"/>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 what is a DPU?</a:t>
            </a:r>
          </a:p>
        </p:txBody>
      </p:sp>
      <p:sp>
        <p:nvSpPr>
          <p:cNvPr id="3" name="Content Placeholder 2"/>
          <p:cNvSpPr>
            <a:spLocks noGrp="1"/>
          </p:cNvSpPr>
          <p:nvPr>
            <p:ph sz="quarter" idx="10"/>
          </p:nvPr>
        </p:nvSpPr>
        <p:spPr>
          <a:xfrm>
            <a:off x="524256" y="2286000"/>
            <a:ext cx="11094720" cy="1463040"/>
          </a:xfrm>
        </p:spPr>
        <p:txBody>
          <a:bodyPr wrap="square"/>
          <a:lstStyle/>
          <a:p>
            <a:r>
              <a:rPr sz="1400" dirty="0"/>
              <a:t>DPU = Deep-learning Processing Unit — a circuit we build inside the FPGA.</a:t>
            </a:r>
          </a:p>
          <a:p>
            <a:r>
              <a:rPr sz="1400" dirty="0"/>
              <a:t>Its job: run neural networks (the brains behind AI) super fast.</a:t>
            </a:r>
          </a:p>
          <a:p>
            <a:r>
              <a:rPr sz="1400" dirty="0"/>
              <a:t>It's not a separate chip — it's a design we LOAD with a Python library.</a:t>
            </a:r>
          </a:p>
        </p:txBody>
      </p:sp>
      <p:sp>
        <p:nvSpPr>
          <p:cNvPr id="4" name="Rounded Rectangle 3"/>
          <p:cNvSpPr/>
          <p:nvPr/>
        </p:nvSpPr>
        <p:spPr>
          <a:xfrm>
            <a:off x="640080" y="4114800"/>
            <a:ext cx="2103120" cy="1554480"/>
          </a:xfrm>
          <a:prstGeom prst="roundRect">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500" b="1" dirty="0">
                <a:solidFill>
                  <a:srgbClr val="FFFFFF"/>
                </a:solidFill>
              </a:rPr>
              <a:t>a photo</a:t>
            </a:r>
          </a:p>
          <a:p>
            <a:pPr algn="ctr"/>
            <a:r>
              <a:rPr sz="1500" b="1" dirty="0">
                <a:solidFill>
                  <a:srgbClr val="FFFFFF"/>
                </a:solidFill>
              </a:rPr>
              <a:t>goes in</a:t>
            </a:r>
          </a:p>
        </p:txBody>
      </p:sp>
      <p:cxnSp>
        <p:nvCxnSpPr>
          <p:cNvPr id="5" name="Connector 4"/>
          <p:cNvCxnSpPr/>
          <p:nvPr/>
        </p:nvCxnSpPr>
        <p:spPr>
          <a:xfrm>
            <a:off x="2834640" y="4892040"/>
            <a:ext cx="914399" cy="0"/>
          </a:xfrm>
          <a:prstGeom prst="line">
            <a:avLst/>
          </a:prstGeom>
          <a:ln w="44450">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9F8000EB-9E35-05F9-2361-DA0835F8D49F}"/>
              </a:ext>
            </a:extLst>
          </p:cNvPr>
          <p:cNvGrpSpPr/>
          <p:nvPr/>
        </p:nvGrpSpPr>
        <p:grpSpPr>
          <a:xfrm>
            <a:off x="3840480" y="3291840"/>
            <a:ext cx="4206240" cy="3108960"/>
            <a:chOff x="3840480" y="3291840"/>
            <a:chExt cx="4206240" cy="3108960"/>
          </a:xfrm>
        </p:grpSpPr>
        <p:sp>
          <p:nvSpPr>
            <p:cNvPr id="6" name="Rounded Rectangle 5"/>
            <p:cNvSpPr/>
            <p:nvPr/>
          </p:nvSpPr>
          <p:spPr>
            <a:xfrm>
              <a:off x="3840480" y="3291840"/>
              <a:ext cx="4206240" cy="3108960"/>
            </a:xfrm>
            <a:prstGeom prst="roundRect">
              <a:avLst/>
            </a:prstGeom>
            <a:solidFill>
              <a:srgbClr val="FFFFFF"/>
            </a:solidFill>
            <a:ln w="25400">
              <a:solidFill>
                <a:srgbClr val="F26522"/>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40480" y="3383280"/>
              <a:ext cx="4206240" cy="457200"/>
            </a:xfrm>
            <a:prstGeom prst="rect">
              <a:avLst/>
            </a:prstGeom>
            <a:noFill/>
          </p:spPr>
          <p:txBody>
            <a:bodyPr wrap="square" lIns="45720" tIns="18000" rIns="45720" bIns="18000" anchor="ctr">
              <a:spAutoFit/>
            </a:bodyPr>
            <a:lstStyle/>
            <a:p>
              <a:pPr algn="ctr"/>
              <a:r>
                <a:rPr sz="1400" b="1">
                  <a:solidFill>
                    <a:srgbClr val="F26522"/>
                  </a:solidFill>
                </a:rPr>
                <a:t>DPU  inside the FPGA</a:t>
              </a:r>
            </a:p>
          </p:txBody>
        </p:sp>
        <p:sp>
          <p:nvSpPr>
            <p:cNvPr id="8" name="TextBox 7"/>
            <p:cNvSpPr txBox="1"/>
            <p:nvPr/>
          </p:nvSpPr>
          <p:spPr>
            <a:xfrm>
              <a:off x="3840480" y="3794760"/>
              <a:ext cx="4206240" cy="365760"/>
            </a:xfrm>
            <a:prstGeom prst="rect">
              <a:avLst/>
            </a:prstGeom>
            <a:noFill/>
          </p:spPr>
          <p:txBody>
            <a:bodyPr wrap="square" lIns="45720" tIns="18000" rIns="45720" bIns="18000" anchor="ctr">
              <a:spAutoFit/>
            </a:bodyPr>
            <a:lstStyle/>
            <a:p>
              <a:pPr algn="ctr"/>
              <a:r>
                <a:rPr sz="1000" b="0">
                  <a:solidFill>
                    <a:srgbClr val="000000"/>
                  </a:solidFill>
                </a:rPr>
                <a:t>a factory for AI math</a:t>
              </a:r>
            </a:p>
          </p:txBody>
        </p:sp>
        <p:sp>
          <p:nvSpPr>
            <p:cNvPr id="9" name="Rounded Rectangle 8"/>
            <p:cNvSpPr/>
            <p:nvPr/>
          </p:nvSpPr>
          <p:spPr>
            <a:xfrm>
              <a:off x="4343400"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4919472"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5495544"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071616"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647688"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7223760" y="4251960"/>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4343400"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4919472"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495544"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071616"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6647688"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223760" y="4828032"/>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4343400"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4919472"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5495544"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071616"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647688"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7223760" y="5404104"/>
              <a:ext cx="438912" cy="438912"/>
            </a:xfrm>
            <a:prstGeom prst="roundRect">
              <a:avLst/>
            </a:prstGeom>
            <a:solidFill>
              <a:srgbClr val="F26522"/>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cxnSp>
        <p:nvCxnSpPr>
          <p:cNvPr id="27" name="Connector 26"/>
          <p:cNvCxnSpPr/>
          <p:nvPr/>
        </p:nvCxnSpPr>
        <p:spPr>
          <a:xfrm>
            <a:off x="8138160" y="4892040"/>
            <a:ext cx="914400" cy="0"/>
          </a:xfrm>
          <a:prstGeom prst="line">
            <a:avLst/>
          </a:prstGeom>
          <a:ln w="44450">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44000" y="4114800"/>
            <a:ext cx="2194560" cy="1554480"/>
          </a:xfrm>
          <a:prstGeom prst="roundRect">
            <a:avLst/>
          </a:prstGeom>
          <a:solidFill>
            <a:srgbClr val="C1A968"/>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dirty="0">
                <a:solidFill>
                  <a:srgbClr val="FFFFFF"/>
                </a:solidFill>
              </a:rPr>
              <a:t>the answer</a:t>
            </a:r>
          </a:p>
          <a:p>
            <a:pPr algn="ctr"/>
            <a:r>
              <a:rPr sz="1400" b="1" dirty="0">
                <a:solidFill>
                  <a:srgbClr val="FFFFFF"/>
                </a:solidFill>
              </a:rPr>
              <a:t>comes out:</a:t>
            </a:r>
          </a:p>
          <a:p>
            <a:pPr algn="ctr"/>
            <a:r>
              <a:rPr sz="1400" b="1" dirty="0">
                <a:solidFill>
                  <a:srgbClr val="FFFFFF"/>
                </a:solidFill>
              </a:rPr>
              <a:t>"school bus!"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Building a DPU in 3 lines of Python</a:t>
            </a:r>
          </a:p>
        </p:txBody>
      </p:sp>
      <p:sp>
        <p:nvSpPr>
          <p:cNvPr id="3" name="Content Placeholder 2"/>
          <p:cNvSpPr>
            <a:spLocks noGrp="1"/>
          </p:cNvSpPr>
          <p:nvPr>
            <p:ph sz="quarter" idx="10"/>
          </p:nvPr>
        </p:nvSpPr>
        <p:spPr>
          <a:xfrm>
            <a:off x="601980" y="2867038"/>
            <a:ext cx="11094720" cy="1463040"/>
          </a:xfrm>
        </p:spPr>
        <p:txBody>
          <a:bodyPr wrap="square"/>
          <a:lstStyle/>
          <a:p>
            <a:r>
              <a:rPr sz="1400" dirty="0"/>
              <a:t>Import the tools, rewire the FPGA, then give it a trained AI model.</a:t>
            </a:r>
          </a:p>
          <a:p>
            <a:r>
              <a:rPr sz="1400" dirty="0"/>
              <a:t>The .bit file is the "LEGO instructions"; .</a:t>
            </a:r>
            <a:r>
              <a:rPr sz="1400" dirty="0" err="1"/>
              <a:t>xmodel</a:t>
            </a:r>
            <a:r>
              <a:rPr sz="1400" dirty="0"/>
              <a:t> is the AI brain.</a:t>
            </a:r>
          </a:p>
          <a:p>
            <a:r>
              <a:rPr sz="1400" dirty="0"/>
              <a:t>Finally grab the runner — your remote control for the DPU.</a:t>
            </a:r>
          </a:p>
        </p:txBody>
      </p:sp>
      <p:sp>
        <p:nvSpPr>
          <p:cNvPr id="4" name="Rounded Rectangle 3"/>
          <p:cNvSpPr/>
          <p:nvPr/>
        </p:nvSpPr>
        <p:spPr>
          <a:xfrm>
            <a:off x="640080" y="4275214"/>
            <a:ext cx="2377440" cy="1554480"/>
          </a:xfrm>
          <a:prstGeom prst="roundRect">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49808" y="4384942"/>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600" b="1">
                <a:solidFill>
                  <a:srgbClr val="636466"/>
                </a:solidFill>
              </a:rPr>
              <a:t>1</a:t>
            </a:r>
          </a:p>
        </p:txBody>
      </p:sp>
      <p:sp>
        <p:nvSpPr>
          <p:cNvPr id="6" name="TextBox 5"/>
          <p:cNvSpPr txBox="1"/>
          <p:nvPr/>
        </p:nvSpPr>
        <p:spPr>
          <a:xfrm>
            <a:off x="640080" y="4778134"/>
            <a:ext cx="2377440" cy="914400"/>
          </a:xfrm>
          <a:prstGeom prst="rect">
            <a:avLst/>
          </a:prstGeom>
          <a:noFill/>
        </p:spPr>
        <p:txBody>
          <a:bodyPr wrap="square" lIns="45720" tIns="18000" rIns="45720" bIns="18000" anchor="ctr">
            <a:spAutoFit/>
          </a:bodyPr>
          <a:lstStyle/>
          <a:p>
            <a:pPr algn="ctr"/>
            <a:r>
              <a:rPr sz="1300" b="1" dirty="0">
                <a:solidFill>
                  <a:srgbClr val="FFFFFF"/>
                </a:solidFill>
              </a:rPr>
              <a:t>import</a:t>
            </a:r>
          </a:p>
          <a:p>
            <a:pPr algn="ctr"/>
            <a:r>
              <a:rPr sz="1300" b="1" dirty="0" err="1">
                <a:solidFill>
                  <a:srgbClr val="FFFFFF"/>
                </a:solidFill>
              </a:rPr>
              <a:t>DpuOverlay</a:t>
            </a:r>
            <a:endParaRPr sz="1300" b="1" dirty="0">
              <a:solidFill>
                <a:srgbClr val="FFFFFF"/>
              </a:solidFill>
            </a:endParaRPr>
          </a:p>
        </p:txBody>
      </p:sp>
      <p:sp>
        <p:nvSpPr>
          <p:cNvPr id="7" name="TextBox 6"/>
          <p:cNvSpPr txBox="1"/>
          <p:nvPr/>
        </p:nvSpPr>
        <p:spPr>
          <a:xfrm>
            <a:off x="640080" y="6138359"/>
            <a:ext cx="2377440" cy="205629"/>
          </a:xfrm>
          <a:prstGeom prst="rect">
            <a:avLst/>
          </a:prstGeom>
          <a:noFill/>
        </p:spPr>
        <p:txBody>
          <a:bodyPr wrap="square" lIns="45720" tIns="18000" rIns="45720" bIns="18000" anchor="ctr">
            <a:spAutoFit/>
          </a:bodyPr>
          <a:lstStyle/>
          <a:p>
            <a:pPr algn="ctr"/>
            <a:r>
              <a:rPr sz="1100" b="1" dirty="0">
                <a:solidFill>
                  <a:schemeClr val="tx1">
                    <a:lumMod val="75000"/>
                    <a:lumOff val="25000"/>
                  </a:schemeClr>
                </a:solidFill>
              </a:rPr>
              <a:t>get the tools</a:t>
            </a:r>
          </a:p>
        </p:txBody>
      </p:sp>
      <p:cxnSp>
        <p:nvCxnSpPr>
          <p:cNvPr id="8" name="Connector 7"/>
          <p:cNvCxnSpPr/>
          <p:nvPr/>
        </p:nvCxnSpPr>
        <p:spPr>
          <a:xfrm>
            <a:off x="3072384" y="5052453"/>
            <a:ext cx="393192" cy="0"/>
          </a:xfrm>
          <a:prstGeom prst="line">
            <a:avLst/>
          </a:prstGeom>
          <a:ln w="44450">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520440" y="4275214"/>
            <a:ext cx="2377440" cy="1554480"/>
          </a:xfrm>
          <a:prstGeom prst="roundRect">
            <a:avLst/>
          </a:prstGeom>
          <a:solidFill>
            <a:srgbClr val="9D9FA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630168" y="4384942"/>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600" b="1">
                <a:solidFill>
                  <a:srgbClr val="9D9FA2"/>
                </a:solidFill>
              </a:rPr>
              <a:t>2</a:t>
            </a:r>
          </a:p>
        </p:txBody>
      </p:sp>
      <p:sp>
        <p:nvSpPr>
          <p:cNvPr id="11" name="TextBox 10"/>
          <p:cNvSpPr txBox="1"/>
          <p:nvPr/>
        </p:nvSpPr>
        <p:spPr>
          <a:xfrm>
            <a:off x="3520440" y="4778134"/>
            <a:ext cx="2377440" cy="914400"/>
          </a:xfrm>
          <a:prstGeom prst="rect">
            <a:avLst/>
          </a:prstGeom>
          <a:noFill/>
        </p:spPr>
        <p:txBody>
          <a:bodyPr wrap="square" lIns="45720" tIns="18000" rIns="45720" bIns="18000" anchor="ctr">
            <a:spAutoFit/>
          </a:bodyPr>
          <a:lstStyle/>
          <a:p>
            <a:pPr algn="ctr"/>
            <a:r>
              <a:rPr sz="1300" b="1">
                <a:solidFill>
                  <a:srgbClr val="FFFFFF"/>
                </a:solidFill>
              </a:rPr>
              <a:t>DpuOverlay</a:t>
            </a:r>
          </a:p>
          <a:p>
            <a:pPr algn="ctr"/>
            <a:r>
              <a:rPr sz="1300" b="1">
                <a:solidFill>
                  <a:srgbClr val="FFFFFF"/>
                </a:solidFill>
              </a:rPr>
              <a:t>("dpu.bit")</a:t>
            </a:r>
          </a:p>
        </p:txBody>
      </p:sp>
      <p:sp>
        <p:nvSpPr>
          <p:cNvPr id="12" name="TextBox 11"/>
          <p:cNvSpPr txBox="1"/>
          <p:nvPr/>
        </p:nvSpPr>
        <p:spPr>
          <a:xfrm>
            <a:off x="3520440" y="6138359"/>
            <a:ext cx="2377440" cy="205629"/>
          </a:xfrm>
          <a:prstGeom prst="rect">
            <a:avLst/>
          </a:prstGeom>
          <a:noFill/>
        </p:spPr>
        <p:txBody>
          <a:bodyPr wrap="square" lIns="45720" tIns="18000" rIns="45720" bIns="18000" anchor="ctr">
            <a:spAutoFit/>
          </a:bodyPr>
          <a:lstStyle/>
          <a:p>
            <a:pPr algn="ctr"/>
            <a:r>
              <a:rPr sz="1100" b="1">
                <a:solidFill>
                  <a:schemeClr val="tx1">
                    <a:lumMod val="75000"/>
                    <a:lumOff val="25000"/>
                  </a:schemeClr>
                </a:solidFill>
              </a:rPr>
              <a:t>rewire the FPGA</a:t>
            </a:r>
          </a:p>
        </p:txBody>
      </p:sp>
      <p:cxnSp>
        <p:nvCxnSpPr>
          <p:cNvPr id="13" name="Connector 12"/>
          <p:cNvCxnSpPr/>
          <p:nvPr/>
        </p:nvCxnSpPr>
        <p:spPr>
          <a:xfrm>
            <a:off x="5952744" y="5052453"/>
            <a:ext cx="393192" cy="0"/>
          </a:xfrm>
          <a:prstGeom prst="line">
            <a:avLst/>
          </a:prstGeom>
          <a:ln w="44450">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4275214"/>
            <a:ext cx="2377440" cy="1554480"/>
          </a:xfrm>
          <a:prstGeom prst="roundRect">
            <a:avLst/>
          </a:prstGeom>
          <a:solidFill>
            <a:srgbClr val="F2652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510528" y="4384942"/>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600" b="1">
                <a:solidFill>
                  <a:srgbClr val="F26522"/>
                </a:solidFill>
              </a:rPr>
              <a:t>3</a:t>
            </a:r>
          </a:p>
        </p:txBody>
      </p:sp>
      <p:sp>
        <p:nvSpPr>
          <p:cNvPr id="16" name="TextBox 15"/>
          <p:cNvSpPr txBox="1"/>
          <p:nvPr/>
        </p:nvSpPr>
        <p:spPr>
          <a:xfrm>
            <a:off x="6400800" y="4778134"/>
            <a:ext cx="2377440" cy="914400"/>
          </a:xfrm>
          <a:prstGeom prst="rect">
            <a:avLst/>
          </a:prstGeom>
          <a:noFill/>
        </p:spPr>
        <p:txBody>
          <a:bodyPr wrap="square" lIns="45720" tIns="18000" rIns="45720" bIns="18000" anchor="ctr">
            <a:spAutoFit/>
          </a:bodyPr>
          <a:lstStyle/>
          <a:p>
            <a:pPr algn="ctr"/>
            <a:r>
              <a:rPr sz="1300" b="1" dirty="0" err="1">
                <a:solidFill>
                  <a:srgbClr val="FFFFFF"/>
                </a:solidFill>
              </a:rPr>
              <a:t>load_model</a:t>
            </a:r>
            <a:endParaRPr sz="1300" b="1" dirty="0">
              <a:solidFill>
                <a:srgbClr val="FFFFFF"/>
              </a:solidFill>
            </a:endParaRPr>
          </a:p>
          <a:p>
            <a:pPr algn="ctr"/>
            <a:r>
              <a:rPr sz="1300" b="1" dirty="0">
                <a:solidFill>
                  <a:srgbClr val="FFFFFF"/>
                </a:solidFill>
              </a:rPr>
              <a:t>(".</a:t>
            </a:r>
            <a:r>
              <a:rPr sz="1300" b="1" dirty="0" err="1">
                <a:solidFill>
                  <a:srgbClr val="FFFFFF"/>
                </a:solidFill>
              </a:rPr>
              <a:t>xmodel</a:t>
            </a:r>
            <a:r>
              <a:rPr sz="1300" b="1" dirty="0">
                <a:solidFill>
                  <a:srgbClr val="FFFFFF"/>
                </a:solidFill>
              </a:rPr>
              <a:t>")</a:t>
            </a:r>
          </a:p>
        </p:txBody>
      </p:sp>
      <p:sp>
        <p:nvSpPr>
          <p:cNvPr id="17" name="TextBox 16"/>
          <p:cNvSpPr txBox="1"/>
          <p:nvPr/>
        </p:nvSpPr>
        <p:spPr>
          <a:xfrm>
            <a:off x="6400800" y="6138359"/>
            <a:ext cx="2377440" cy="205629"/>
          </a:xfrm>
          <a:prstGeom prst="rect">
            <a:avLst/>
          </a:prstGeom>
          <a:noFill/>
        </p:spPr>
        <p:txBody>
          <a:bodyPr wrap="square" lIns="45720" tIns="18000" rIns="45720" bIns="18000" anchor="ctr">
            <a:spAutoFit/>
          </a:bodyPr>
          <a:lstStyle/>
          <a:p>
            <a:pPr algn="ctr"/>
            <a:r>
              <a:rPr sz="1100" b="1">
                <a:solidFill>
                  <a:schemeClr val="tx1">
                    <a:lumMod val="75000"/>
                    <a:lumOff val="25000"/>
                  </a:schemeClr>
                </a:solidFill>
              </a:rPr>
              <a:t>give it an AI brain</a:t>
            </a:r>
          </a:p>
        </p:txBody>
      </p:sp>
      <p:cxnSp>
        <p:nvCxnSpPr>
          <p:cNvPr id="18" name="Connector 17"/>
          <p:cNvCxnSpPr/>
          <p:nvPr/>
        </p:nvCxnSpPr>
        <p:spPr>
          <a:xfrm>
            <a:off x="8833104" y="5052453"/>
            <a:ext cx="393192" cy="0"/>
          </a:xfrm>
          <a:prstGeom prst="line">
            <a:avLst/>
          </a:prstGeom>
          <a:ln w="44450">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81160" y="4275214"/>
            <a:ext cx="2377440" cy="1554480"/>
          </a:xfrm>
          <a:prstGeom prst="roundRect">
            <a:avLst/>
          </a:prstGeom>
          <a:solidFill>
            <a:srgbClr val="C1A968"/>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9390888" y="4384942"/>
            <a:ext cx="502920" cy="5029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600" b="1">
                <a:solidFill>
                  <a:srgbClr val="C1A968"/>
                </a:solidFill>
              </a:rPr>
              <a:t>▶</a:t>
            </a:r>
          </a:p>
        </p:txBody>
      </p:sp>
      <p:sp>
        <p:nvSpPr>
          <p:cNvPr id="21" name="TextBox 20"/>
          <p:cNvSpPr txBox="1"/>
          <p:nvPr/>
        </p:nvSpPr>
        <p:spPr>
          <a:xfrm>
            <a:off x="9281160" y="4778134"/>
            <a:ext cx="2377440" cy="914400"/>
          </a:xfrm>
          <a:prstGeom prst="rect">
            <a:avLst/>
          </a:prstGeom>
          <a:noFill/>
        </p:spPr>
        <p:txBody>
          <a:bodyPr wrap="square" lIns="45720" tIns="18000" rIns="45720" bIns="18000" anchor="ctr">
            <a:spAutoFit/>
          </a:bodyPr>
          <a:lstStyle/>
          <a:p>
            <a:pPr algn="ctr"/>
            <a:r>
              <a:rPr sz="1300" b="1">
                <a:solidFill>
                  <a:srgbClr val="FFFFFF"/>
                </a:solidFill>
              </a:rPr>
              <a:t>overlay</a:t>
            </a:r>
          </a:p>
          <a:p>
            <a:pPr algn="ctr"/>
            <a:r>
              <a:rPr sz="1300" b="1">
                <a:solidFill>
                  <a:srgbClr val="FFFFFF"/>
                </a:solidFill>
              </a:rPr>
              <a:t>.runner</a:t>
            </a:r>
          </a:p>
        </p:txBody>
      </p:sp>
      <p:sp>
        <p:nvSpPr>
          <p:cNvPr id="22" name="TextBox 21"/>
          <p:cNvSpPr txBox="1"/>
          <p:nvPr/>
        </p:nvSpPr>
        <p:spPr>
          <a:xfrm>
            <a:off x="9281160" y="6138359"/>
            <a:ext cx="2377440" cy="205629"/>
          </a:xfrm>
          <a:prstGeom prst="rect">
            <a:avLst/>
          </a:prstGeom>
          <a:noFill/>
        </p:spPr>
        <p:txBody>
          <a:bodyPr wrap="square" lIns="45720" tIns="18000" rIns="45720" bIns="18000" anchor="ctr">
            <a:spAutoFit/>
          </a:bodyPr>
          <a:lstStyle/>
          <a:p>
            <a:pPr algn="ctr"/>
            <a:r>
              <a:rPr sz="1100" b="1">
                <a:solidFill>
                  <a:schemeClr val="tx1">
                    <a:lumMod val="75000"/>
                    <a:lumOff val="25000"/>
                  </a:schemeClr>
                </a:solidFill>
              </a:rPr>
              <a:t>grab the remote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big takeaway</a:t>
            </a:r>
          </a:p>
        </p:txBody>
      </p:sp>
      <p:sp>
        <p:nvSpPr>
          <p:cNvPr id="4" name="Rounded Rectangle 3"/>
          <p:cNvSpPr/>
          <p:nvPr/>
        </p:nvSpPr>
        <p:spPr>
          <a:xfrm>
            <a:off x="822960" y="3017520"/>
            <a:ext cx="4754880" cy="1828800"/>
          </a:xfrm>
          <a:prstGeom prst="roundRect">
            <a:avLst/>
          </a:prstGeom>
          <a:solidFill>
            <a:srgbClr val="636466"/>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500" b="1">
                <a:solidFill>
                  <a:srgbClr val="FFFFFF"/>
                </a:solidFill>
              </a:rPr>
              <a:t>SOFTWARE</a:t>
            </a:r>
          </a:p>
          <a:p>
            <a:pPr algn="ctr"/>
            <a:r>
              <a:rPr sz="1500" b="1">
                <a:solidFill>
                  <a:srgbClr val="FFFFFF"/>
                </a:solidFill>
              </a:rPr>
              <a:t>changes what your code DOES</a:t>
            </a:r>
          </a:p>
        </p:txBody>
      </p:sp>
      <p:sp>
        <p:nvSpPr>
          <p:cNvPr id="5" name="Rounded Rectangle 4"/>
          <p:cNvSpPr/>
          <p:nvPr/>
        </p:nvSpPr>
        <p:spPr>
          <a:xfrm>
            <a:off x="6309360" y="3017520"/>
            <a:ext cx="4754880" cy="1828800"/>
          </a:xfrm>
          <a:prstGeom prst="roundRect">
            <a:avLst/>
          </a:prstGeom>
          <a:solidFill>
            <a:srgbClr val="9D9FA2"/>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500" b="1">
                <a:solidFill>
                  <a:srgbClr val="FFFFFF"/>
                </a:solidFill>
              </a:rPr>
              <a:t>HARDWARE</a:t>
            </a:r>
          </a:p>
          <a:p>
            <a:pPr algn="ctr"/>
            <a:r>
              <a:rPr sz="1500" b="1">
                <a:solidFill>
                  <a:srgbClr val="FFFFFF"/>
                </a:solidFill>
              </a:rPr>
              <a:t>changes what your chip IS</a:t>
            </a:r>
          </a:p>
        </p:txBody>
      </p:sp>
      <p:sp>
        <p:nvSpPr>
          <p:cNvPr id="6" name="Rounded Rectangle 5"/>
          <p:cNvSpPr/>
          <p:nvPr/>
        </p:nvSpPr>
        <p:spPr>
          <a:xfrm>
            <a:off x="822960" y="5120640"/>
            <a:ext cx="10241280" cy="1005840"/>
          </a:xfrm>
          <a:prstGeom prst="roundRect">
            <a:avLst/>
          </a:prstGeom>
          <a:solidFill>
            <a:srgbClr val="C1A968"/>
          </a:solidFill>
          <a:ln>
            <a:noFill/>
          </a:ln>
        </p:spPr>
        <p:style>
          <a:lnRef idx="1">
            <a:schemeClr val="accent1"/>
          </a:lnRef>
          <a:fillRef idx="3">
            <a:schemeClr val="accent1"/>
          </a:fillRef>
          <a:effectRef idx="2">
            <a:schemeClr val="accent1"/>
          </a:effectRef>
          <a:fontRef idx="minor">
            <a:schemeClr val="lt1"/>
          </a:fontRef>
        </p:style>
        <p:txBody>
          <a:bodyPr wrap="square" lIns="45720" tIns="18000" rIns="45720" bIns="18000" rtlCol="0" anchor="ctr"/>
          <a:lstStyle/>
          <a:p>
            <a:pPr algn="ctr"/>
            <a:r>
              <a:rPr sz="1400" b="1">
                <a:solidFill>
                  <a:srgbClr val="FFFFFF"/>
                </a:solidFill>
              </a:rPr>
              <a:t>Real AI projects use BOTH:  a little Python on the CPU  +  a DPU doing the heavy lifting in the FPGA</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item1.xml><?xml version="1.0" encoding="utf-8"?>
<TemplafySlideTemplateConfiguration><![CDATA[{"slideVersion":1,"isValidatorEnabled":false,"isLocked":false,"elementsMetadata":[],"slideId":"637629098780805369","enableDocumentContentUpdater":true,"version":"2.0"}]]></TemplafySlideTemplateConfiguration>
</file>

<file path=customXml/item2.xml><?xml version="1.0" encoding="utf-8"?>
<TemplafySlideTemplateConfiguration><![CDATA[{"slideVersion":1,"isValidatorEnabled":false,"isLocked":false,"elementsMetadata":[],"slideId":"637629098780812520","enableDocumentContentUpdater":true,"version":"2.0"}]]></TemplafySlideTemplateConfiguration>
</file>

<file path=customXml/item3.xml><?xml version="1.0" encoding="utf-8"?>
<TemplafySlideTemplateConfiguration><![CDATA[{"slideVersion":1,"isValidatorEnabled":false,"isLocked":false,"elementsMetadata":[],"slideId":"637629098780808397","enableDocumentContentUpdater":true,"version":"2.0"}]]></TemplafySlideTemplateConfiguration>
</file>

<file path=customXml/item4.xml><?xml version="1.0" encoding="utf-8"?>
<TemplafySlideTemplateConfiguration><![CDATA[{"slideVersion":1,"isValidatorEnabled":false,"isLocked":false,"elementsMetadata":[],"slideId":"637629098780812520","enableDocumentContentUpdater":true,"version":"2.0"}]]></TemplafySlideTemplate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9.xml><?xml version="1.0" encoding="utf-8"?>
<TemplafySlideTemplateConfiguration><![CDATA[{"slideVersion":1,"isValidatorEnabled":false,"isLocked":false,"elementsMetadata":[],"slideId":"637629098780802172","enableDocumentContentUpdater":true,"version":"2.0"}]]></TemplafySlideTemplateConfiguration>
</file>

<file path=customXml/item10.xml><?xml version="1.0" encoding="utf-8"?>
<TemplafySlideTemplateConfiguration><![CDATA[{"slideVersion":1,"isValidatorEnabled":false,"isLocked":false,"elementsMetadata":[],"slideId":"637629098780810453","enableDocumentContentUpdater":tru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629098780812520","enableDocumentContentUpdater":tru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FormConfiguration><![CDATA[{"formFields":[],"formDataEntries":[]}]]></TemplafySlideFormConfiguration>
</file>

<file path=customXml/item16.xml><?xml version="1.0" encoding="utf-8"?>
<TemplafySlideFormConfiguration><![CDATA[{"formFields":[],"formDataEntries":[]}]]></TemplafySlideFormConfiguration>
</file>

<file path=customXml/item17.xml><?xml version="1.0" encoding="utf-8"?>
<?mso-contentType ?>
<FormTemplates xmlns="http://schemas.microsoft.com/sharepoint/v3/contenttype/forms">
  <Display>DocumentLibraryForm</Display>
  <Edit>DocumentLibraryForm</Edit>
  <New>DocumentLibraryForm</New>
</FormTemplates>
</file>

<file path=customXml/item18.xml><?xml version="1.0" encoding="utf-8"?>
<TemplafySlideTemplateConfiguration><![CDATA[{"slideVersion":1,"isValidatorEnabled":false,"isLocked":false,"elementsMetadata":[],"slideId":"637629098780812520","enableDocumentContentUpdater":true,"version":"2.0"}]]></TemplafySlideTemplateConfiguration>
</file>

<file path=customXml/item19.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20.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21.xml><?xml version="1.0" encoding="utf-8"?>
<TemplafySlideFormConfiguration><![CDATA[{"formFields":[],"formDataEntries":[]}]]></TemplafySlideFormConfiguration>
</file>

<file path=customXml/itemProps1.xml><?xml version="1.0" encoding="utf-8"?>
<ds:datastoreItem xmlns:ds="http://schemas.openxmlformats.org/officeDocument/2006/customXml" ds:itemID="{95AE8F77-448C-4B7C-8669-DC6D4241F9CE}">
  <ds:schemaRefs/>
</ds:datastoreItem>
</file>

<file path=customXml/itemProps2.xml><?xml version="1.0" encoding="utf-8"?>
<ds:datastoreItem xmlns:ds="http://schemas.openxmlformats.org/officeDocument/2006/customXml" ds:itemID="{EC53C6C7-14A0-4237-9C9A-FA78B37E53AB}">
  <ds:schemaRefs/>
</ds:datastoreItem>
</file>

<file path=customXml/itemProps3.xml><?xml version="1.0" encoding="utf-8"?>
<ds:datastoreItem xmlns:ds="http://schemas.openxmlformats.org/officeDocument/2006/customXml" ds:itemID="{1BCEDA00-0BCE-4F19-A380-8AED6A66E762}">
  <ds:schemaRefs/>
</ds:datastoreItem>
</file>

<file path=customXml/itemProps4.xml><?xml version="1.0" encoding="utf-8"?>
<ds:datastoreItem xmlns:ds="http://schemas.openxmlformats.org/officeDocument/2006/customXml" ds:itemID="{027BC17C-B8B9-4DDB-81FA-A99F2794E612}">
  <ds:schemaRefs/>
</ds:datastoreItem>
</file>

<file path=customXml/itemProps5.xml><?xml version="1.0" encoding="utf-8"?>
<ds:datastoreItem xmlns:ds="http://schemas.openxmlformats.org/officeDocument/2006/customXml" ds:itemID="{0BB3C309-8520-4616-80FC-2CB10D5B83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4aa919a-b200-49cb-beca-4c7e0810321e"/>
    <ds:schemaRef ds:uri="06670dda-0291-4061-b6e0-f6c0cb392c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3D719615-E8C3-42D3-B19D-076A1FC4620D}">
  <ds:schemaRefs/>
</ds:datastoreItem>
</file>

<file path=customXml/itemProps7.xml><?xml version="1.0" encoding="utf-8"?>
<ds:datastoreItem xmlns:ds="http://schemas.openxmlformats.org/officeDocument/2006/customXml" ds:itemID="{00121D97-98F5-4946-8A5D-87D090F11338}">
  <ds:schemaRefs/>
</ds:datastoreItem>
</file>

<file path=customXml/itemProps8.xml><?xml version="1.0" encoding="utf-8"?>
<ds:datastoreItem xmlns:ds="http://schemas.openxmlformats.org/officeDocument/2006/customXml" ds:itemID="{43BC5722-1D5B-4915-8247-E6D5F513E549}">
  <ds:schemaRefs/>
</ds:datastoreItem>
</file>

<file path=customXml/itemProps9.xml><?xml version="1.0" encoding="utf-8"?>
<ds:datastoreItem xmlns:ds="http://schemas.openxmlformats.org/officeDocument/2006/customXml" ds:itemID="{BE3BB7DD-0C86-4747-A387-5C5D191BB970}">
  <ds:schemaRefs/>
</ds:datastoreItem>
</file>

<file path=customXml/itemProps10.xml><?xml version="1.0" encoding="utf-8"?>
<ds:datastoreItem xmlns:ds="http://schemas.openxmlformats.org/officeDocument/2006/customXml" ds:itemID="{915452D2-9D6B-41D9-99FD-4D1CF211FA39}">
  <ds:schemaRefs/>
</ds:datastoreItem>
</file>

<file path=customXml/itemProps11.xml><?xml version="1.0" encoding="utf-8"?>
<ds:datastoreItem xmlns:ds="http://schemas.openxmlformats.org/officeDocument/2006/customXml" ds:itemID="{A6A7E468-6B3A-4765-BF93-DA3806275D67}">
  <ds:schemaRefs/>
</ds:datastoreItem>
</file>

<file path=customXml/itemProps12.xml><?xml version="1.0" encoding="utf-8"?>
<ds:datastoreItem xmlns:ds="http://schemas.openxmlformats.org/officeDocument/2006/customXml" ds:itemID="{CC6764F8-7522-4EE2-A46B-72EEDF66AD24}">
  <ds:schemaRefs/>
</ds:datastoreItem>
</file>

<file path=customXml/itemProps13.xml><?xml version="1.0" encoding="utf-8"?>
<ds:datastoreItem xmlns:ds="http://schemas.openxmlformats.org/officeDocument/2006/customXml" ds:itemID="{162E1B2B-387B-423C-8FB0-129D0EE7DD83}">
  <ds:schemaRefs/>
</ds:datastoreItem>
</file>

<file path=customXml/itemProps14.xml><?xml version="1.0" encoding="utf-8"?>
<ds:datastoreItem xmlns:ds="http://schemas.openxmlformats.org/officeDocument/2006/customXml" ds:itemID="{FECBE6B5-CE4F-45D5-BF58-586EB76307E0}">
  <ds:schemaRefs/>
</ds:datastoreItem>
</file>

<file path=customXml/itemProps15.xml><?xml version="1.0" encoding="utf-8"?>
<ds:datastoreItem xmlns:ds="http://schemas.openxmlformats.org/officeDocument/2006/customXml" ds:itemID="{38EFF086-2357-4802-A1EE-F59CB65D67C3}">
  <ds:schemaRefs/>
</ds:datastoreItem>
</file>

<file path=customXml/itemProps16.xml><?xml version="1.0" encoding="utf-8"?>
<ds:datastoreItem xmlns:ds="http://schemas.openxmlformats.org/officeDocument/2006/customXml" ds:itemID="{C5DD1971-334A-45E9-9D2B-FB6BD8AAE58A}">
  <ds:schemaRefs/>
</ds:datastoreItem>
</file>

<file path=customXml/itemProps17.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18.xml><?xml version="1.0" encoding="utf-8"?>
<ds:datastoreItem xmlns:ds="http://schemas.openxmlformats.org/officeDocument/2006/customXml" ds:itemID="{A4EB0680-C181-4D24-BF37-CAD622A4DDA7}">
  <ds:schemaRefs/>
</ds:datastoreItem>
</file>

<file path=customXml/itemProps19.xml><?xml version="1.0" encoding="utf-8"?>
<ds:datastoreItem xmlns:ds="http://schemas.openxmlformats.org/officeDocument/2006/customXml" ds:itemID="{F990F116-B58F-4255-B05B-DA3808E0E5C6}">
  <ds:schemaRefs>
    <ds:schemaRef ds:uri="http://schemas.microsoft.com/sharepoint/v3"/>
    <ds:schemaRef ds:uri="http://purl.org/dc/elements/1.1/"/>
    <ds:schemaRef ds:uri="http://www.w3.org/XML/1998/namespace"/>
    <ds:schemaRef ds:uri="06670dda-0291-4061-b6e0-f6c0cb392c51"/>
    <ds:schemaRef ds:uri="http://purl.org/dc/dcmitype/"/>
    <ds:schemaRef ds:uri="e4aa919a-b200-49cb-beca-4c7e0810321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0.xml><?xml version="1.0" encoding="utf-8"?>
<ds:datastoreItem xmlns:ds="http://schemas.openxmlformats.org/officeDocument/2006/customXml" ds:itemID="{6291F803-2EF0-4E47-96D6-4796950CE6BD}">
  <ds:schemaRefs/>
</ds:datastoreItem>
</file>

<file path=customXml/itemProps21.xml><?xml version="1.0" encoding="utf-8"?>
<ds:datastoreItem xmlns:ds="http://schemas.openxmlformats.org/officeDocument/2006/customXml" ds:itemID="{0A230136-8CEC-4C29-A55A-F5FA83CA887A}">
  <ds:schemaRefs/>
</ds:datastoreItem>
</file>

<file path=docMetadata/LabelInfo.xml><?xml version="1.0" encoding="utf-8"?>
<clbl:labelList xmlns:clbl="http://schemas.microsoft.com/office/2020/mipLabelMetadata">
  <clbl:label id="{2d0b1989-8fc8-4a69-bcac-d46889461ba5}"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84</TotalTime>
  <Words>760</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Aptos</vt:lpstr>
      <vt:lpstr>Arial</vt:lpstr>
      <vt:lpstr>Century Gothic</vt:lpstr>
      <vt:lpstr>Consolas</vt:lpstr>
      <vt:lpstr>Segoe UI</vt:lpstr>
      <vt:lpstr>Wingdings</vt:lpstr>
      <vt:lpstr>Wingdings 3</vt:lpstr>
      <vt:lpstr>AMD Corporate Template_Dark</vt:lpstr>
      <vt:lpstr>Ion Boardroom</vt:lpstr>
      <vt:lpstr>PYNQ101 – Intro to PYNQ</vt:lpstr>
      <vt:lpstr>JupyterLab</vt:lpstr>
      <vt:lpstr>Using JupyterLab</vt:lpstr>
      <vt:lpstr>Using Variables</vt:lpstr>
      <vt:lpstr>Using Lists</vt:lpstr>
      <vt:lpstr>Using If Statements</vt:lpstr>
      <vt:lpstr>Using For Loops</vt:lpstr>
      <vt:lpstr>Using Libraries</vt:lpstr>
      <vt:lpstr>Level Up: The FPGA &amp; the DPU</vt:lpstr>
      <vt:lpstr>Where the magic happens: hardware libraries</vt:lpstr>
      <vt:lpstr>What is an FPGA?</vt:lpstr>
      <vt:lpstr>So what is a DPU?</vt:lpstr>
      <vt:lpstr>Building a DPU in 3 lines of Python</vt:lpstr>
      <vt:lpstr>The big takeaway</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Garcia, Noah</dc:creator>
  <cp:keywords>AMD Corporate Powerpoint Template</cp:keywords>
  <dc:description/>
  <cp:lastModifiedBy>Garcia, Noah</cp:lastModifiedBy>
  <cp:revision>3</cp:revision>
  <cp:lastPrinted>2020-04-30T18:59:47Z</cp:lastPrinted>
  <dcterms:created xsi:type="dcterms:W3CDTF">2026-07-16T19:26:25Z</dcterms:created>
  <dcterms:modified xsi:type="dcterms:W3CDTF">2026-07-22T17:46:57Z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Template_Dark:6\Ion Boardroom:59</vt:lpwstr>
  </property>
  <property fmtid="{D5CDD505-2E9C-101B-9397-08002B2CF9AE}" pid="14" name="ClassificationContentMarkingHeaderText">
    <vt:lpwstr>Public</vt:lpwstr>
  </property>
</Properties>
</file>