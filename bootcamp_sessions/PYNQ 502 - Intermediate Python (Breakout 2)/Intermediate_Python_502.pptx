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995" autoAdjust="0"/>
  </p:normalViewPr>
  <p:slideViewPr>
    <p:cSldViewPr snapToGrid="0" snapToObjects="1">
      <p:cViewPr>
        <p:scale>
          <a:sx n="74" d="100"/>
          <a:sy n="74" d="100"/>
        </p:scale>
        <p:origin x="352" y="-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3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Before diving into the notebook, let's walk through the Python ideas we'll be practicing today. Quick 5-10 min primer.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today's concepts as general-purpose tools, not just trivia — they show up in almost any real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overview — don't linger on each bullet, just show the shape of the day. The notebook has one section per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metaphor: key = label on the box, value = what's inside. Looking something up is just reading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key= function tells sorted() what to look at when comparing items. Same three runners, reordered by time instead of alphabetically.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idea as spreadsheet conditional highlighting — a numpy array just lets Python do it with code instead of clicking.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the notebook is self-paced and each section stands alone — no pressure to finish every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opening the Intermediate Python Breakout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115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76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133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3650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780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994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185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7676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397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2574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4184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4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E9529-1932-E733-E154-F65AB358F98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508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AMD General</a:t>
            </a:r>
          </a:p>
        </p:txBody>
      </p:sp>
    </p:spTree>
    <p:extLst>
      <p:ext uri="{BB962C8B-B14F-4D97-AF65-F5344CB8AC3E}">
        <p14:creationId xmlns:p14="http://schemas.microsoft.com/office/powerpoint/2010/main" val="33371537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914400"/>
            <a:ext cx="2743200" cy="2743200"/>
          </a:xfrm>
          <a:prstGeom prst="ellipse">
            <a:avLst/>
          </a:prstGeom>
          <a:solidFill>
            <a:srgbClr val="3DDC8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2B13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 BOOTCAMP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PYNQ 501 - Intermediate Python: Leveling Up Your Toolkit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Python building blocks you'll use in today's breakout — before you open the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C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bother with this stuff?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random syntax rules, they're the tools every real program is built from.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2057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information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0" y="2450592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Dictionaries, tuples, and sets let a program keep track of many pieces of data at once; not just one variable at a time.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from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3822192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Sorting, comprehensions, and loops let a program find, rank, and filter information automatically.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unexpected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37360" y="5193792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keeps a program running smoothly even when something goes wrong.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You'll Practice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building blocks, grouped into four families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4840" y="18288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23060" y="2103120"/>
            <a:ext cx="685800" cy="685800"/>
          </a:xfrm>
          <a:prstGeom prst="ellipse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230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&amp; formatting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defaults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slicing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57700" y="2103120"/>
            <a:ext cx="685800" cy="68580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77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34747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&amp; unpacking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92340" y="2103120"/>
            <a:ext cx="685800" cy="685800"/>
          </a:xfrm>
          <a:prstGeom prst="ellipse">
            <a:avLst/>
          </a:prstGeom>
          <a:solidFill>
            <a:srgbClr val="6C7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923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&amp; Logic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34747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enumerate() / zip()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with key=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keyword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0" y="182880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26980" y="2103120"/>
            <a:ext cx="685800" cy="685800"/>
          </a:xfrm>
          <a:prstGeom prst="ellipse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269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Vision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72600" y="34747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image basics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Dictionaries: Labeled Storage Boxes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dictionary pairs a key (the label) with a value (what's inside)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304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"front"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2606040"/>
            <a:ext cx="640080" cy="0"/>
          </a:xfrm>
          <a:prstGeom prst="line">
            <a:avLst/>
          </a:prstGeom>
          <a:noFill/>
          <a:ln w="25400">
            <a:solidFill>
              <a:srgbClr val="585A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0" y="21031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1F2F6"/>
          </a:solidFill>
          <a:ln w="1905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"clear"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36118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3611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4114800"/>
            <a:ext cx="640080" cy="0"/>
          </a:xfrm>
          <a:prstGeom prst="line">
            <a:avLst/>
          </a:prstGeom>
          <a:noFill/>
          <a:ln w="25400">
            <a:solidFill>
              <a:srgbClr val="585A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36118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1F2F6"/>
          </a:solidFill>
          <a:ln w="1905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3611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"obstacle"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63040" y="51206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5120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"battery"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5623560"/>
            <a:ext cx="640080" cy="0"/>
          </a:xfrm>
          <a:prstGeom prst="line">
            <a:avLst/>
          </a:prstGeom>
          <a:noFill/>
          <a:ln w="25400">
            <a:solidFill>
              <a:srgbClr val="585A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0" y="51206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1F2F6"/>
          </a:solidFill>
          <a:ln w="19050">
            <a:solidFill>
              <a:srgbClr val="F2B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5120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8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sensors["front"]  -&gt;  "clear"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8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sensors.get("battery")  -&gt;  100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 — like a label that only appears once on the shelf.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Sorting: Same Data, New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sorted(runners, key=lambda r: r["time_seconds"])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(fastest first)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7C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17.2s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337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337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7C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18.4s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297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4297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7C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15.9s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0" y="2377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6092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0" y="2377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15.9s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32320" y="33375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6092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26880" y="3337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7C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17.2s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32320" y="4297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292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6092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0" y="4297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7C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18.4s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120640" y="3108960"/>
            <a:ext cx="192024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C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NumPy Arrays: Grids of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mask picks out only the cells that match a condition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0" y="210312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94560" y="210312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94560" y="21031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21031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06240" y="210312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21031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310896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310896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194560" y="3108960"/>
            <a:ext cx="932688" cy="932688"/>
          </a:xfrm>
          <a:prstGeom prst="rect">
            <a:avLst/>
          </a:prstGeom>
          <a:solidFill>
            <a:srgbClr val="F2B134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94560" y="310896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0" y="310896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310896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206240" y="310896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310896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88720" y="411480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194560" y="411480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94560" y="411480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200400" y="4114800"/>
            <a:ext cx="932688" cy="932688"/>
          </a:xfrm>
          <a:prstGeom prst="rect">
            <a:avLst/>
          </a:prstGeom>
          <a:solidFill>
            <a:srgbClr val="F2B134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411480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206240" y="411480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0" y="411480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188720" y="512064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88720" y="51206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194560" y="5120640"/>
            <a:ext cx="932688" cy="932688"/>
          </a:xfrm>
          <a:prstGeom prst="rect">
            <a:avLst/>
          </a:prstGeom>
          <a:solidFill>
            <a:srgbClr val="F2B134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94560" y="51206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200400" y="5120640"/>
            <a:ext cx="932688" cy="932688"/>
          </a:xfrm>
          <a:prstGeom prst="rect">
            <a:avLst/>
          </a:prstGeom>
          <a:solidFill>
            <a:srgbClr val="F1F2F6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0" y="51206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206240" y="5120640"/>
            <a:ext cx="932688" cy="932688"/>
          </a:xfrm>
          <a:prstGeom prst="rect">
            <a:avLst/>
          </a:prstGeom>
          <a:solidFill>
            <a:srgbClr val="F2B134"/>
          </a:solidFill>
          <a:ln w="9525">
            <a:solidFill>
              <a:srgbClr val="6C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06240" y="512064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75120" y="2286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== 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675120" y="2788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cell at once and returns True/False for each — no loop needed.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675120" y="3657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grid[grid == 8]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75120" y="4160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that mask to pull out just the matching values: [8, 8, 8].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C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Use Today's Notebook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13 sections follows the same simple pattern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1F2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8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2606040"/>
            <a:ext cx="731520" cy="731520"/>
          </a:xfrm>
          <a:prstGeom prst="ellipse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0020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write-up of the concept, in plain language.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1F2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1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2606040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toy example you can run and tweak right away.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1F2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7A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2606040"/>
            <a:ext cx="731520" cy="731520"/>
          </a:xfrm>
          <a:prstGeom prst="ellipse">
            <a:avLst/>
          </a:prstGeom>
          <a:solidFill>
            <a:srgbClr val="6C7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mini exercise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standalone challenge to practice the idea yourself.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0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1F2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7260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8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04120" y="2606040"/>
            <a:ext cx="731520" cy="731520"/>
          </a:xfrm>
          <a:prstGeom prst="ellipse">
            <a:avLst/>
          </a:prstGeom>
          <a:solidFill>
            <a:srgbClr val="3DDC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041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2688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solution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726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collapsed answer if you get stuck — no shame in peeking!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3949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8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at your own pace — sections don't depend on each other, so it's fine to jump around.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577840"/>
            <a:ext cx="2377440" cy="237744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188720" y="-1188720"/>
            <a:ext cx="2651760" cy="2651760"/>
          </a:xfrm>
          <a:prstGeom prst="ellipse">
            <a:avLst/>
          </a:prstGeom>
          <a:solidFill>
            <a:srgbClr val="3DDC84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Let's Get Started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478280" y="2788920"/>
            <a:ext cx="9235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7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notebook and let’s work through the sections one at a time. Ask for help any time!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8e8dea-a4f3-4850-b16a-fd6d2b1302b4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</TotalTime>
  <Words>677</Words>
  <Application>Microsoft Office PowerPoint</Application>
  <PresentationFormat>Widescreen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Century Schoolbook</vt:lpstr>
      <vt:lpstr>Courier New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Python - Breakout Intro</dc:title>
  <dc:subject>PptxGenJS Presentation</dc:subject>
  <dc:creator>PYNQ Bootcamp</dc:creator>
  <cp:lastModifiedBy>Lang, James</cp:lastModifiedBy>
  <cp:revision>4</cp:revision>
  <dcterms:created xsi:type="dcterms:W3CDTF">2026-07-16T20:29:06Z</dcterms:created>
  <dcterms:modified xsi:type="dcterms:W3CDTF">2026-07-22T19:21:58Z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AMD General</vt:lpwstr>
  </property>
</Properties>
</file>