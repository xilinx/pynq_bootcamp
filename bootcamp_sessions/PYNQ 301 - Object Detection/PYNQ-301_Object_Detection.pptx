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8B28A-3E80-4491-AFA6-159D0EDA9D3D}" type="datetimeFigureOut"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72394-6ABE-4E62-A52F-6078D19190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7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notes:
Same visual format preserved from the existing deck. Slide content has been embedded as PowerPoint text in the slide for accessibility/search while the rendered slide image keeps the original look.
[Sources]
PYNQ 301 notebook source used in the original material: https://xilinx.github.io/PYNQ_Bootcamp/PYNQ301-object-detection.html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computers see, name, and locate things in pictures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notebook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activities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YOLO, bounding boxes, confidence, and the PYNQ demo feel familiar before students run code.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6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your brain is already an object detector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what students naturally understand before naming the AI terms.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around the room for 10 seconds. What objects did you notice? Where were they? Which ones were easy or hard to recognize?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 AI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 asks a computer to do something similar: find objects, identify them, and mark their location.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vocabulary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= thing in an image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= name/category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 box = rectangle around it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= how sure the model is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2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object detection answer?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questions, all at the same time.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Is anything there?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looks for patterns that seem like real objects, not just colors or pixels.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it?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predicts a class, such as person, car, dog, bottle, chair, or monitor.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Where is it?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draws a rectangle called a bounding box so we can see the object location.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 = classification + localization for one or many objects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“This image has a dog.”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Localization: “The dog is here.”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Detection: “There are two dogs and one bicycle, and here are their boxes.”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3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picture is a grid of tiny numbers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Computers do not “see” like eyes; they process pixel values.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finder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neural network looks for edges, shapes, textures, and combinations that hint at objects.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+ labels + scores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notebook, images are pre-processed into arrays.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runs on the DPU and returns outputs.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Post-processing turns outputs into boxes, classes, and scores.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4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1: Human Object Detector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fast, no-code way to practice boxes, labels, and confidence.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each team a printed photo or a classroom scene. Give markers or sticky notes.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draw boxes around objects, label them, and add a confidence score from 0–100%.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boxes. Did teams draw tight boxes? Did they disagree on labels? Why?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to notebook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will automate the same process: boxes, labels, and scores.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5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2: Confidence Score + Anchor Box Game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shows certainty; anchors preview starter box shapes.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blurry/hidden or oddly shaped object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“What is it? How sure are you?” Then choose tall, wide, or square starter box.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vote and choose anchors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1–5 for confidence, then choose the best anchor shape for the object.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 model output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uses scores and anchor values when decoding YOLO outputs.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discussion prompt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sure should a robot be before acting, and why do starter box shapes matter?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paper rectangles or transparent sheets: tall, wide, and square.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6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the magic: YOLO looks once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= “You Only Look Once.” It is built for real-time detection.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Input image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camera frame or saved image enters the model.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Neural network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finds visual patterns.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Decode output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Boxes, classes, and scores are calculated.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Display result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appear on the image/webcam feed.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7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roadmap: what students will run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helps them know where they are before opening Jupyter.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Prepare overlay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the DPU overlay and model.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Set up helpers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libraries, classes, colors, and utility functions.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Detect in image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 image, run the model, draw boxes.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Use webcam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 frame and detect objects.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Show OLED result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the highest-scoring detected object.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8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demo: camera + edge AI + OLED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understand why this is more than a laptop demo.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connected?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Kria SOM board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PYNQ Grove Adapter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OLED display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happens?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webcam captures a frame. The AI model runs on the Kria SOM board. The OLED can show the detected object name.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students should care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AI can make decisions close to the sensor, useful for robots, cameras, and smart devices.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9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 to code: the run(frame) idea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notebook’s main function follows a simple story.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Pre-process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 and prepare the image as model input.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Execute model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data to the DPU and wait for results.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Decode outputs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raw model output into boxes, scores, classes.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Draw / display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boxes on the image or update the OLED.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Student-friendly takeaway: the code is not magic—each cell prepares, runs, decodes, and displays.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10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1612880" cy="6309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open the notebook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now have the mental model before touching code.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the 4 outputs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• Class • Bounding Box • Confidence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notebook feels technical, come back to these four words.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transition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 just acted like object detectors. Now let’s see how YOLOv3 and the Kria SOM board do the same job automatically.”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• PYNQ-2026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Priyanka Lohray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+ High School AI Bootcamp 11</a:t>
            </a:r>
            <a:endParaRPr lang="en-US" sz="800" dirty="0"/>
          </a:p>
        </p:txBody>
      </p:sp>
      <p:pic>
        <p:nvPicPr>
          <p:cNvPr id="3" name="Image 0" descr="/mnt/data/PYNQ-301_Object_Detection_footer_numbers_fixed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Standar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1869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PYNQ-301 Object Detection - Same Format With Content</dc:title>
  <dc:subject>PYNQ 301 Object Detection - same format with embedded content</dc:subject>
  <dc:creator>Lohray, Priyanka</dc:creator>
  <cp:lastModifiedBy>Lohray, Priyanka</cp:lastModifiedBy>
  <cp:revision>3</cp:revision>
  <dcterms:created xsi:type="dcterms:W3CDTF">2026-07-23T01:15:04Z</dcterms:created>
  <dcterms:modified xsi:type="dcterms:W3CDTF">2026-07-23T01:19:04Z</dcterms:modified>
</cp:coreProperties>
</file>